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Ex1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E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9803" autoAdjust="0"/>
  </p:normalViewPr>
  <p:slideViewPr>
    <p:cSldViewPr snapToGrid="0">
      <p:cViewPr varScale="1">
        <p:scale>
          <a:sx n="62" d="100"/>
          <a:sy n="62" d="100"/>
        </p:scale>
        <p:origin x="1056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DIDIAMAKA\Desktop\Telco-Customer-Churn%20Dashboard%20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DIDIAMAKA\Desktop\Telco-Customer-Churn%20Dashboard%20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DIDIAMAKA\Desktop\Telco-Customer-Churn%20Dashboard%20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C:\Users\NDIDIAMAKA\Desktop\Telco-Customer-Churn%20Dashboard%20Analysi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[Telco-Customer-Churn Dashboard Analysis.xlsx]Pivot table!Contract vs Churn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500" b="1">
                <a:solidFill>
                  <a:schemeClr val="bg1"/>
                </a:solidFill>
              </a:rPr>
              <a:t>Churn</a:t>
            </a:r>
            <a:r>
              <a:rPr lang="en-US" sz="1500" b="1" baseline="0">
                <a:solidFill>
                  <a:schemeClr val="bg1"/>
                </a:solidFill>
              </a:rPr>
              <a:t> Rate by Contract Type</a:t>
            </a:r>
            <a:endParaRPr lang="en-US" sz="1500" b="1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00B4D8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00B4D8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00B4D8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'Pivot table'!$B$1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B4D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table'!$A$2:$A$5</c:f>
              <c:strCache>
                <c:ptCount val="3"/>
                <c:pt idx="0">
                  <c:v>Two year</c:v>
                </c:pt>
                <c:pt idx="1">
                  <c:v>One year</c:v>
                </c:pt>
                <c:pt idx="2">
                  <c:v>Month-to-month</c:v>
                </c:pt>
              </c:strCache>
            </c:strRef>
          </c:cat>
          <c:val>
            <c:numRef>
              <c:f>'Pivot table'!$B$2:$B$5</c:f>
              <c:numCache>
                <c:formatCode>0.0%</c:formatCode>
                <c:ptCount val="3"/>
                <c:pt idx="0">
                  <c:v>2.831858407079646E-2</c:v>
                </c:pt>
                <c:pt idx="1">
                  <c:v>0.11269517990495587</c:v>
                </c:pt>
                <c:pt idx="2">
                  <c:v>0.42709677419354841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75-4C32-A918-F039D82B071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490515407"/>
        <c:axId val="490515887"/>
      </c:barChart>
      <c:catAx>
        <c:axId val="49051540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0515887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490515887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49051540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0F6B72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[Telco-Customer-Churn Dashboard Analysis.xlsx]Pivot table!Churn rate by Tenure group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500" b="1">
                <a:solidFill>
                  <a:schemeClr val="bg1"/>
                </a:solidFill>
              </a:rPr>
              <a:t>Churn</a:t>
            </a:r>
            <a:r>
              <a:rPr lang="en-US" sz="1500" b="1" baseline="0">
                <a:solidFill>
                  <a:schemeClr val="bg1"/>
                </a:solidFill>
              </a:rPr>
              <a:t> Rate by Tenure Group</a:t>
            </a:r>
            <a:endParaRPr lang="en-US" sz="1500" b="1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00B4D8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00B4D8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00B4D8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5466602922307141"/>
          <c:y val="0.23827223380314036"/>
          <c:w val="0.71824566503314125"/>
          <c:h val="0.6910619648532483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'Pivot table'!$B$19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B4D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table'!$A$20:$A$25</c:f>
              <c:strCache>
                <c:ptCount val="5"/>
                <c:pt idx="0">
                  <c:v>61-72 months</c:v>
                </c:pt>
                <c:pt idx="1">
                  <c:v>49-60 months</c:v>
                </c:pt>
                <c:pt idx="2">
                  <c:v>25-48 months</c:v>
                </c:pt>
                <c:pt idx="3">
                  <c:v>13-24 months</c:v>
                </c:pt>
                <c:pt idx="4">
                  <c:v>0-12 months</c:v>
                </c:pt>
              </c:strCache>
            </c:strRef>
          </c:cat>
          <c:val>
            <c:numRef>
              <c:f>'Pivot table'!$B$20:$B$25</c:f>
              <c:numCache>
                <c:formatCode>0.0%</c:formatCode>
                <c:ptCount val="5"/>
                <c:pt idx="0">
                  <c:v>6.6098081023454158E-2</c:v>
                </c:pt>
                <c:pt idx="1">
                  <c:v>0.14423076923076922</c:v>
                </c:pt>
                <c:pt idx="2">
                  <c:v>0.20388958594730239</c:v>
                </c:pt>
                <c:pt idx="3">
                  <c:v>0.287109375</c:v>
                </c:pt>
                <c:pt idx="4">
                  <c:v>0.47438243366880145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07-4349-933F-A1B0D47DF05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144592575"/>
        <c:axId val="1144576255"/>
      </c:barChart>
      <c:catAx>
        <c:axId val="114459257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4576255"/>
        <c:crosses val="autoZero"/>
        <c:auto val="1"/>
        <c:lblAlgn val="ctr"/>
        <c:lblOffset val="100"/>
        <c:noMultiLvlLbl val="0"/>
      </c:catAx>
      <c:valAx>
        <c:axId val="1144576255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11445925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0F6B72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[Telco-Customer-Churn Dashboard Analysis.xlsx]Pivot table!churn rate by payment method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500" b="1">
                <a:solidFill>
                  <a:schemeClr val="bg1"/>
                </a:solidFill>
              </a:rPr>
              <a:t>Churn</a:t>
            </a:r>
            <a:r>
              <a:rPr lang="en-US" sz="1500" b="1" baseline="0">
                <a:solidFill>
                  <a:schemeClr val="bg1"/>
                </a:solidFill>
              </a:rPr>
              <a:t> Rate by Payment Method</a:t>
            </a:r>
            <a:endParaRPr lang="en-US" sz="1500" b="1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00B4D8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00B4D8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00B4D8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'Pivot table'!$B$39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B4D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table'!$A$40:$A$44</c:f>
              <c:strCache>
                <c:ptCount val="4"/>
                <c:pt idx="0">
                  <c:v>Credit card (automatic)</c:v>
                </c:pt>
                <c:pt idx="1">
                  <c:v>Bank transfer (automatic)</c:v>
                </c:pt>
                <c:pt idx="2">
                  <c:v>Mailed check</c:v>
                </c:pt>
                <c:pt idx="3">
                  <c:v>Electronic check</c:v>
                </c:pt>
              </c:strCache>
            </c:strRef>
          </c:cat>
          <c:val>
            <c:numRef>
              <c:f>'Pivot table'!$B$40:$B$44</c:f>
              <c:numCache>
                <c:formatCode>0.0%</c:formatCode>
                <c:ptCount val="4"/>
                <c:pt idx="0">
                  <c:v>0.15243101182654403</c:v>
                </c:pt>
                <c:pt idx="1">
                  <c:v>0.16709844559585493</c:v>
                </c:pt>
                <c:pt idx="2">
                  <c:v>0.19106699751861042</c:v>
                </c:pt>
                <c:pt idx="3">
                  <c:v>0.45285412262156449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9E-4A17-8DB6-8BC8DECA783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144581055"/>
        <c:axId val="1144583455"/>
      </c:barChart>
      <c:catAx>
        <c:axId val="114458105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44583455"/>
        <c:crosses val="autoZero"/>
        <c:auto val="1"/>
        <c:lblAlgn val="ctr"/>
        <c:lblOffset val="100"/>
        <c:noMultiLvlLbl val="0"/>
      </c:catAx>
      <c:valAx>
        <c:axId val="1144583455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11445810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0F6B72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'Histogram &amp; Box plot'!$K$2:$K$5175</cx:f>
        <cx:lvl ptCount="5174">
          <cx:pt idx="0">No</cx:pt>
          <cx:pt idx="1">No</cx:pt>
          <cx:pt idx="2">Yes</cx:pt>
          <cx:pt idx="3">No</cx:pt>
          <cx:pt idx="4">Yes</cx:pt>
          <cx:pt idx="5">Yes</cx:pt>
          <cx:pt idx="6">No</cx:pt>
          <cx:pt idx="7">No</cx:pt>
          <cx:pt idx="8">Yes</cx:pt>
          <cx:pt idx="9">No</cx:pt>
          <cx:pt idx="10">No</cx:pt>
          <cx:pt idx="11">No</cx:pt>
          <cx:pt idx="12">No</cx:pt>
          <cx:pt idx="13">Yes</cx:pt>
          <cx:pt idx="14">No</cx:pt>
          <cx:pt idx="15">No</cx:pt>
          <cx:pt idx="16">No</cx:pt>
          <cx:pt idx="17">No</cx:pt>
          <cx:pt idx="18">Yes</cx:pt>
          <cx:pt idx="19">No</cx:pt>
          <cx:pt idx="20">Yes</cx:pt>
          <cx:pt idx="21">No</cx:pt>
          <cx:pt idx="22">Yes</cx:pt>
          <cx:pt idx="23">No</cx:pt>
          <cx:pt idx="24">No</cx:pt>
          <cx:pt idx="25">No</cx:pt>
          <cx:pt idx="26">Yes</cx:pt>
          <cx:pt idx="27">Yes</cx:pt>
          <cx:pt idx="28">No</cx:pt>
          <cx:pt idx="29">Yes</cx:pt>
          <cx:pt idx="30">No</cx:pt>
          <cx:pt idx="31">No</cx:pt>
          <cx:pt idx="32">No</cx:pt>
          <cx:pt idx="33">No</cx:pt>
          <cx:pt idx="34">No</cx:pt>
          <cx:pt idx="35">No</cx:pt>
          <cx:pt idx="36">Yes</cx:pt>
          <cx:pt idx="37">No</cx:pt>
          <cx:pt idx="38">Yes</cx:pt>
          <cx:pt idx="39">Yes</cx:pt>
          <cx:pt idx="40">No</cx:pt>
          <cx:pt idx="41">No</cx:pt>
          <cx:pt idx="42">No</cx:pt>
          <cx:pt idx="43">No</cx:pt>
          <cx:pt idx="44">No</cx:pt>
          <cx:pt idx="45">No</cx:pt>
          <cx:pt idx="46">No</cx:pt>
          <cx:pt idx="47">Yes</cx:pt>
          <cx:pt idx="48">No</cx:pt>
          <cx:pt idx="49">No</cx:pt>
          <cx:pt idx="50">No</cx:pt>
          <cx:pt idx="51">Yes</cx:pt>
          <cx:pt idx="52">No</cx:pt>
          <cx:pt idx="53">Yes</cx:pt>
          <cx:pt idx="54">No</cx:pt>
          <cx:pt idx="55">Yes</cx:pt>
          <cx:pt idx="56">No</cx:pt>
          <cx:pt idx="57">No</cx:pt>
          <cx:pt idx="58">No</cx:pt>
          <cx:pt idx="59">No</cx:pt>
          <cx:pt idx="60">No</cx:pt>
          <cx:pt idx="61">No</cx:pt>
          <cx:pt idx="62">No</cx:pt>
          <cx:pt idx="63">No</cx:pt>
          <cx:pt idx="64">Yes</cx:pt>
          <cx:pt idx="65">No</cx:pt>
          <cx:pt idx="66">No</cx:pt>
          <cx:pt idx="67">No</cx:pt>
          <cx:pt idx="68">No</cx:pt>
          <cx:pt idx="69">No</cx:pt>
          <cx:pt idx="70">No</cx:pt>
          <cx:pt idx="71">No</cx:pt>
          <cx:pt idx="72">No</cx:pt>
          <cx:pt idx="73">No</cx:pt>
          <cx:pt idx="74">No</cx:pt>
          <cx:pt idx="75">No</cx:pt>
          <cx:pt idx="76">No</cx:pt>
          <cx:pt idx="77">No</cx:pt>
          <cx:pt idx="78">No</cx:pt>
          <cx:pt idx="79">No</cx:pt>
          <cx:pt idx="80">Yes</cx:pt>
          <cx:pt idx="81">No</cx:pt>
          <cx:pt idx="82">Yes</cx:pt>
          <cx:pt idx="83">No</cx:pt>
          <cx:pt idx="84">No</cx:pt>
          <cx:pt idx="85">No</cx:pt>
          <cx:pt idx="86">No</cx:pt>
          <cx:pt idx="87">No</cx:pt>
          <cx:pt idx="88">No</cx:pt>
          <cx:pt idx="89">No</cx:pt>
          <cx:pt idx="90">No</cx:pt>
          <cx:pt idx="91">No</cx:pt>
          <cx:pt idx="92">No</cx:pt>
          <cx:pt idx="93">No</cx:pt>
          <cx:pt idx="94">No</cx:pt>
          <cx:pt idx="95">Yes</cx:pt>
          <cx:pt idx="96">No</cx:pt>
          <cx:pt idx="97">Yes</cx:pt>
          <cx:pt idx="98">No</cx:pt>
          <cx:pt idx="99">Yes</cx:pt>
          <cx:pt idx="100">No</cx:pt>
          <cx:pt idx="101">No</cx:pt>
          <cx:pt idx="102">No</cx:pt>
          <cx:pt idx="103">No</cx:pt>
          <cx:pt idx="104">Yes</cx:pt>
          <cx:pt idx="105">No</cx:pt>
          <cx:pt idx="106">No</cx:pt>
          <cx:pt idx="107">No</cx:pt>
          <cx:pt idx="108">No</cx:pt>
          <cx:pt idx="109">No</cx:pt>
          <cx:pt idx="110">Yes</cx:pt>
          <cx:pt idx="111">No</cx:pt>
          <cx:pt idx="112">No</cx:pt>
          <cx:pt idx="113">Yes</cx:pt>
          <cx:pt idx="114">No</cx:pt>
          <cx:pt idx="115">No</cx:pt>
          <cx:pt idx="116">No</cx:pt>
          <cx:pt idx="117">Yes</cx:pt>
          <cx:pt idx="118">No</cx:pt>
          <cx:pt idx="119">No</cx:pt>
          <cx:pt idx="120">No</cx:pt>
          <cx:pt idx="121">No</cx:pt>
          <cx:pt idx="122">Yes</cx:pt>
          <cx:pt idx="123">No</cx:pt>
          <cx:pt idx="124">No</cx:pt>
          <cx:pt idx="125">No</cx:pt>
          <cx:pt idx="126">Yes</cx:pt>
          <cx:pt idx="127">No</cx:pt>
          <cx:pt idx="128">No</cx:pt>
          <cx:pt idx="129">No</cx:pt>
          <cx:pt idx="130">No</cx:pt>
          <cx:pt idx="131">Yes</cx:pt>
          <cx:pt idx="132">No</cx:pt>
          <cx:pt idx="133">Yes</cx:pt>
          <cx:pt idx="134">Yes</cx:pt>
          <cx:pt idx="135">No</cx:pt>
          <cx:pt idx="136">No</cx:pt>
          <cx:pt idx="137">No</cx:pt>
          <cx:pt idx="138">No</cx:pt>
          <cx:pt idx="139">Yes</cx:pt>
          <cx:pt idx="140">No</cx:pt>
          <cx:pt idx="141">Yes</cx:pt>
          <cx:pt idx="142">No</cx:pt>
          <cx:pt idx="143">No</cx:pt>
          <cx:pt idx="144">No</cx:pt>
          <cx:pt idx="145">No</cx:pt>
          <cx:pt idx="146">No</cx:pt>
          <cx:pt idx="147">Yes</cx:pt>
          <cx:pt idx="148">No</cx:pt>
          <cx:pt idx="149">No</cx:pt>
          <cx:pt idx="150">No</cx:pt>
          <cx:pt idx="151">Yes</cx:pt>
          <cx:pt idx="152">No</cx:pt>
          <cx:pt idx="153">No</cx:pt>
          <cx:pt idx="154">No</cx:pt>
          <cx:pt idx="155">No</cx:pt>
          <cx:pt idx="156">No</cx:pt>
          <cx:pt idx="157">No</cx:pt>
          <cx:pt idx="158">No</cx:pt>
          <cx:pt idx="159">No</cx:pt>
          <cx:pt idx="160">No</cx:pt>
          <cx:pt idx="161">Yes</cx:pt>
          <cx:pt idx="162">No</cx:pt>
          <cx:pt idx="163">No</cx:pt>
          <cx:pt idx="164">No</cx:pt>
          <cx:pt idx="165">No</cx:pt>
          <cx:pt idx="166">Yes</cx:pt>
          <cx:pt idx="167">No</cx:pt>
          <cx:pt idx="168">Yes</cx:pt>
          <cx:pt idx="169">No</cx:pt>
          <cx:pt idx="170">No</cx:pt>
          <cx:pt idx="171">Yes</cx:pt>
          <cx:pt idx="172">No</cx:pt>
          <cx:pt idx="173">Yes</cx:pt>
          <cx:pt idx="174">No</cx:pt>
          <cx:pt idx="175">No</cx:pt>
          <cx:pt idx="176">Yes</cx:pt>
          <cx:pt idx="177">Yes</cx:pt>
          <cx:pt idx="178">No</cx:pt>
          <cx:pt idx="179">No</cx:pt>
          <cx:pt idx="180">Yes</cx:pt>
          <cx:pt idx="181">No</cx:pt>
          <cx:pt idx="182">Yes</cx:pt>
          <cx:pt idx="183">No</cx:pt>
          <cx:pt idx="184">Yes</cx:pt>
          <cx:pt idx="185">Yes</cx:pt>
          <cx:pt idx="186">No</cx:pt>
          <cx:pt idx="187">No</cx:pt>
          <cx:pt idx="188">No</cx:pt>
          <cx:pt idx="189">No</cx:pt>
          <cx:pt idx="190">No</cx:pt>
          <cx:pt idx="191">Yes</cx:pt>
          <cx:pt idx="192">No</cx:pt>
          <cx:pt idx="193">No</cx:pt>
          <cx:pt idx="194">No</cx:pt>
          <cx:pt idx="195">No</cx:pt>
          <cx:pt idx="196">No</cx:pt>
          <cx:pt idx="197">No</cx:pt>
          <cx:pt idx="198">No</cx:pt>
          <cx:pt idx="199">No</cx:pt>
          <cx:pt idx="200">No</cx:pt>
          <cx:pt idx="201">No</cx:pt>
          <cx:pt idx="202">No</cx:pt>
          <cx:pt idx="203">No</cx:pt>
          <cx:pt idx="204">No</cx:pt>
          <cx:pt idx="205">No</cx:pt>
          <cx:pt idx="206">No</cx:pt>
          <cx:pt idx="207">Yes</cx:pt>
          <cx:pt idx="208">Yes</cx:pt>
          <cx:pt idx="209">No</cx:pt>
          <cx:pt idx="210">Yes</cx:pt>
          <cx:pt idx="211">No</cx:pt>
          <cx:pt idx="212">No</cx:pt>
          <cx:pt idx="213">No</cx:pt>
          <cx:pt idx="214">No</cx:pt>
          <cx:pt idx="215">No</cx:pt>
          <cx:pt idx="216">No</cx:pt>
          <cx:pt idx="217">No</cx:pt>
          <cx:pt idx="218">No</cx:pt>
          <cx:pt idx="219">No</cx:pt>
          <cx:pt idx="220">Yes</cx:pt>
          <cx:pt idx="221">No</cx:pt>
          <cx:pt idx="222">No</cx:pt>
          <cx:pt idx="223">Yes</cx:pt>
          <cx:pt idx="224">No</cx:pt>
          <cx:pt idx="225">No</cx:pt>
          <cx:pt idx="226">No</cx:pt>
          <cx:pt idx="227">Yes</cx:pt>
          <cx:pt idx="228">No</cx:pt>
          <cx:pt idx="229">No</cx:pt>
          <cx:pt idx="230">No</cx:pt>
          <cx:pt idx="231">No</cx:pt>
          <cx:pt idx="232">Yes</cx:pt>
          <cx:pt idx="233">No</cx:pt>
          <cx:pt idx="234">No</cx:pt>
          <cx:pt idx="235">Yes</cx:pt>
          <cx:pt idx="236">No</cx:pt>
          <cx:pt idx="237">No</cx:pt>
          <cx:pt idx="238">Yes</cx:pt>
          <cx:pt idx="239">No</cx:pt>
          <cx:pt idx="240">No</cx:pt>
          <cx:pt idx="241">No</cx:pt>
          <cx:pt idx="242">No</cx:pt>
          <cx:pt idx="243">No</cx:pt>
          <cx:pt idx="244">No</cx:pt>
          <cx:pt idx="245">No</cx:pt>
          <cx:pt idx="246">No</cx:pt>
          <cx:pt idx="247">Yes</cx:pt>
          <cx:pt idx="248">Yes</cx:pt>
          <cx:pt idx="249">No</cx:pt>
          <cx:pt idx="250">No</cx:pt>
          <cx:pt idx="251">Yes</cx:pt>
          <cx:pt idx="252">Yes</cx:pt>
          <cx:pt idx="253">No</cx:pt>
          <cx:pt idx="254">No</cx:pt>
          <cx:pt idx="255">No</cx:pt>
          <cx:pt idx="256">No</cx:pt>
          <cx:pt idx="257">No</cx:pt>
          <cx:pt idx="258">Yes</cx:pt>
          <cx:pt idx="259">No</cx:pt>
          <cx:pt idx="260">Yes</cx:pt>
          <cx:pt idx="261">Yes</cx:pt>
          <cx:pt idx="262">No</cx:pt>
          <cx:pt idx="263">No</cx:pt>
          <cx:pt idx="264">No</cx:pt>
          <cx:pt idx="265">No</cx:pt>
          <cx:pt idx="266">No</cx:pt>
          <cx:pt idx="267">No</cx:pt>
          <cx:pt idx="268">Yes</cx:pt>
          <cx:pt idx="269">No</cx:pt>
          <cx:pt idx="270">Yes</cx:pt>
          <cx:pt idx="271">No</cx:pt>
          <cx:pt idx="272">Yes</cx:pt>
          <cx:pt idx="273">No</cx:pt>
          <cx:pt idx="274">Yes</cx:pt>
          <cx:pt idx="275">Yes</cx:pt>
          <cx:pt idx="276">Yes</cx:pt>
          <cx:pt idx="277">No</cx:pt>
          <cx:pt idx="278">No</cx:pt>
          <cx:pt idx="279">No</cx:pt>
          <cx:pt idx="280">No</cx:pt>
          <cx:pt idx="281">No</cx:pt>
          <cx:pt idx="282">No</cx:pt>
          <cx:pt idx="283">No</cx:pt>
          <cx:pt idx="284">Yes</cx:pt>
          <cx:pt idx="285">No</cx:pt>
          <cx:pt idx="286">No</cx:pt>
          <cx:pt idx="287">Yes</cx:pt>
          <cx:pt idx="288">Yes</cx:pt>
          <cx:pt idx="289">Yes</cx:pt>
          <cx:pt idx="290">Yes</cx:pt>
          <cx:pt idx="291">No</cx:pt>
          <cx:pt idx="292">No</cx:pt>
          <cx:pt idx="293">No</cx:pt>
          <cx:pt idx="294">No</cx:pt>
          <cx:pt idx="295">No</cx:pt>
          <cx:pt idx="296">No</cx:pt>
          <cx:pt idx="297">No</cx:pt>
          <cx:pt idx="298">No</cx:pt>
          <cx:pt idx="299">Yes</cx:pt>
          <cx:pt idx="300">No</cx:pt>
          <cx:pt idx="301">Yes</cx:pt>
          <cx:pt idx="302">No</cx:pt>
          <cx:pt idx="303">No</cx:pt>
          <cx:pt idx="304">No</cx:pt>
          <cx:pt idx="305">No</cx:pt>
          <cx:pt idx="306">Yes</cx:pt>
          <cx:pt idx="307">No</cx:pt>
          <cx:pt idx="308">No</cx:pt>
          <cx:pt idx="309">No</cx:pt>
          <cx:pt idx="310">No</cx:pt>
          <cx:pt idx="311">No</cx:pt>
          <cx:pt idx="312">No</cx:pt>
          <cx:pt idx="313">No</cx:pt>
          <cx:pt idx="314">Yes</cx:pt>
          <cx:pt idx="315">No</cx:pt>
          <cx:pt idx="316">No</cx:pt>
          <cx:pt idx="317">Yes</cx:pt>
          <cx:pt idx="318">Yes</cx:pt>
          <cx:pt idx="319">No</cx:pt>
          <cx:pt idx="320">Yes</cx:pt>
          <cx:pt idx="321">No</cx:pt>
          <cx:pt idx="322">No</cx:pt>
          <cx:pt idx="323">No</cx:pt>
          <cx:pt idx="324">No</cx:pt>
          <cx:pt idx="325">No</cx:pt>
          <cx:pt idx="326">No</cx:pt>
          <cx:pt idx="327">Yes</cx:pt>
          <cx:pt idx="328">No</cx:pt>
          <cx:pt idx="329">No</cx:pt>
          <cx:pt idx="330">No</cx:pt>
          <cx:pt idx="331">No</cx:pt>
          <cx:pt idx="332">No</cx:pt>
          <cx:pt idx="333">Yes</cx:pt>
          <cx:pt idx="334">Yes</cx:pt>
          <cx:pt idx="335">Yes</cx:pt>
          <cx:pt idx="336">Yes</cx:pt>
          <cx:pt idx="337">No</cx:pt>
          <cx:pt idx="338">No</cx:pt>
          <cx:pt idx="339">Yes</cx:pt>
          <cx:pt idx="340">No</cx:pt>
          <cx:pt idx="341">No</cx:pt>
          <cx:pt idx="342">No</cx:pt>
          <cx:pt idx="343">No</cx:pt>
          <cx:pt idx="344">No</cx:pt>
          <cx:pt idx="345">No</cx:pt>
          <cx:pt idx="346">Yes</cx:pt>
          <cx:pt idx="347">No</cx:pt>
          <cx:pt idx="348">No</cx:pt>
          <cx:pt idx="349">No</cx:pt>
          <cx:pt idx="350">No</cx:pt>
          <cx:pt idx="351">No</cx:pt>
          <cx:pt idx="352">No</cx:pt>
          <cx:pt idx="353">Yes</cx:pt>
          <cx:pt idx="354">Yes</cx:pt>
          <cx:pt idx="355">Yes</cx:pt>
          <cx:pt idx="356">No</cx:pt>
          <cx:pt idx="357">No</cx:pt>
          <cx:pt idx="358">Yes</cx:pt>
          <cx:pt idx="359">No</cx:pt>
          <cx:pt idx="360">No</cx:pt>
          <cx:pt idx="361">No</cx:pt>
          <cx:pt idx="362">No</cx:pt>
          <cx:pt idx="363">No</cx:pt>
          <cx:pt idx="364">No</cx:pt>
          <cx:pt idx="365">Yes</cx:pt>
          <cx:pt idx="366">No</cx:pt>
          <cx:pt idx="367">No</cx:pt>
          <cx:pt idx="368">No</cx:pt>
          <cx:pt idx="369">No</cx:pt>
          <cx:pt idx="370">No</cx:pt>
          <cx:pt idx="371">Yes</cx:pt>
          <cx:pt idx="372">No</cx:pt>
          <cx:pt idx="373">No</cx:pt>
          <cx:pt idx="374">No</cx:pt>
          <cx:pt idx="375">No</cx:pt>
          <cx:pt idx="376">No</cx:pt>
          <cx:pt idx="377">Yes</cx:pt>
          <cx:pt idx="378">No</cx:pt>
          <cx:pt idx="379">No</cx:pt>
          <cx:pt idx="380">No</cx:pt>
          <cx:pt idx="381">Yes</cx:pt>
          <cx:pt idx="382">No</cx:pt>
          <cx:pt idx="383">Yes</cx:pt>
          <cx:pt idx="384">No</cx:pt>
          <cx:pt idx="385">Yes</cx:pt>
          <cx:pt idx="386">Yes</cx:pt>
          <cx:pt idx="387">No</cx:pt>
          <cx:pt idx="388">No</cx:pt>
          <cx:pt idx="389">No</cx:pt>
          <cx:pt idx="390">No</cx:pt>
          <cx:pt idx="391">No</cx:pt>
          <cx:pt idx="392">No</cx:pt>
          <cx:pt idx="393">No</cx:pt>
          <cx:pt idx="394">No</cx:pt>
          <cx:pt idx="395">No</cx:pt>
          <cx:pt idx="396">No</cx:pt>
          <cx:pt idx="397">Yes</cx:pt>
          <cx:pt idx="398">No</cx:pt>
          <cx:pt idx="399">No</cx:pt>
          <cx:pt idx="400">No</cx:pt>
          <cx:pt idx="401">No</cx:pt>
          <cx:pt idx="402">Yes</cx:pt>
          <cx:pt idx="403">No</cx:pt>
          <cx:pt idx="404">No</cx:pt>
          <cx:pt idx="405">No</cx:pt>
          <cx:pt idx="406">No</cx:pt>
          <cx:pt idx="407">No</cx:pt>
          <cx:pt idx="408">Yes</cx:pt>
          <cx:pt idx="409">Yes</cx:pt>
          <cx:pt idx="410">Yes</cx:pt>
          <cx:pt idx="411">No</cx:pt>
          <cx:pt idx="412">No</cx:pt>
          <cx:pt idx="413">No</cx:pt>
          <cx:pt idx="414">No</cx:pt>
          <cx:pt idx="415">No</cx:pt>
          <cx:pt idx="416">No</cx:pt>
          <cx:pt idx="417">No</cx:pt>
          <cx:pt idx="418">Yes</cx:pt>
          <cx:pt idx="419">Yes</cx:pt>
          <cx:pt idx="420">No</cx:pt>
          <cx:pt idx="421">No</cx:pt>
          <cx:pt idx="422">No</cx:pt>
          <cx:pt idx="423">No</cx:pt>
          <cx:pt idx="424">No</cx:pt>
          <cx:pt idx="425">No</cx:pt>
          <cx:pt idx="426">No</cx:pt>
          <cx:pt idx="427">No</cx:pt>
          <cx:pt idx="428">No</cx:pt>
          <cx:pt idx="429">No</cx:pt>
          <cx:pt idx="430">Yes</cx:pt>
          <cx:pt idx="431">No</cx:pt>
          <cx:pt idx="432">No</cx:pt>
          <cx:pt idx="433">Yes</cx:pt>
          <cx:pt idx="434">No</cx:pt>
          <cx:pt idx="435">No</cx:pt>
          <cx:pt idx="436">No</cx:pt>
          <cx:pt idx="437">No</cx:pt>
          <cx:pt idx="438">No</cx:pt>
          <cx:pt idx="439">No</cx:pt>
          <cx:pt idx="440">No</cx:pt>
          <cx:pt idx="441">No</cx:pt>
          <cx:pt idx="442">No</cx:pt>
          <cx:pt idx="443">No</cx:pt>
          <cx:pt idx="444">No</cx:pt>
          <cx:pt idx="445">Yes</cx:pt>
          <cx:pt idx="446">Yes</cx:pt>
          <cx:pt idx="447">No</cx:pt>
          <cx:pt idx="448">No</cx:pt>
          <cx:pt idx="449">No</cx:pt>
          <cx:pt idx="450">No</cx:pt>
          <cx:pt idx="451">No</cx:pt>
          <cx:pt idx="452">No</cx:pt>
          <cx:pt idx="453">Yes</cx:pt>
          <cx:pt idx="454">No</cx:pt>
          <cx:pt idx="455">No</cx:pt>
          <cx:pt idx="456">No</cx:pt>
          <cx:pt idx="457">No</cx:pt>
          <cx:pt idx="458">No</cx:pt>
          <cx:pt idx="459">No</cx:pt>
          <cx:pt idx="460">No</cx:pt>
          <cx:pt idx="461">No</cx:pt>
          <cx:pt idx="462">Yes</cx:pt>
          <cx:pt idx="463">Yes</cx:pt>
          <cx:pt idx="464">No</cx:pt>
          <cx:pt idx="465">No</cx:pt>
          <cx:pt idx="466">No</cx:pt>
          <cx:pt idx="467">No</cx:pt>
          <cx:pt idx="468">No</cx:pt>
          <cx:pt idx="469">Yes</cx:pt>
          <cx:pt idx="470">No</cx:pt>
          <cx:pt idx="471">Yes</cx:pt>
          <cx:pt idx="472">No</cx:pt>
          <cx:pt idx="473">No</cx:pt>
          <cx:pt idx="474">Yes</cx:pt>
          <cx:pt idx="475">Yes</cx:pt>
          <cx:pt idx="476">No</cx:pt>
          <cx:pt idx="477">No</cx:pt>
          <cx:pt idx="478">Yes</cx:pt>
          <cx:pt idx="479">Yes</cx:pt>
          <cx:pt idx="480">No</cx:pt>
          <cx:pt idx="481">Yes</cx:pt>
          <cx:pt idx="482">No</cx:pt>
          <cx:pt idx="483">No</cx:pt>
          <cx:pt idx="484">Yes</cx:pt>
          <cx:pt idx="485">No</cx:pt>
          <cx:pt idx="486">No</cx:pt>
          <cx:pt idx="487">No</cx:pt>
          <cx:pt idx="488">No</cx:pt>
          <cx:pt idx="489">Yes</cx:pt>
          <cx:pt idx="490">No</cx:pt>
          <cx:pt idx="491">No</cx:pt>
          <cx:pt idx="492">Yes</cx:pt>
          <cx:pt idx="493">No</cx:pt>
          <cx:pt idx="494">No</cx:pt>
          <cx:pt idx="495">Yes</cx:pt>
          <cx:pt idx="496">No</cx:pt>
          <cx:pt idx="497">No</cx:pt>
          <cx:pt idx="498">Yes</cx:pt>
          <cx:pt idx="499">Yes</cx:pt>
          <cx:pt idx="500">No</cx:pt>
          <cx:pt idx="501">No</cx:pt>
          <cx:pt idx="502">No</cx:pt>
          <cx:pt idx="503">No</cx:pt>
          <cx:pt idx="504">No</cx:pt>
          <cx:pt idx="505">Yes</cx:pt>
          <cx:pt idx="506">No</cx:pt>
          <cx:pt idx="507">Yes</cx:pt>
          <cx:pt idx="508">Yes</cx:pt>
          <cx:pt idx="509">No</cx:pt>
          <cx:pt idx="510">No</cx:pt>
          <cx:pt idx="511">No</cx:pt>
          <cx:pt idx="512">Yes</cx:pt>
          <cx:pt idx="513">No</cx:pt>
          <cx:pt idx="514">No</cx:pt>
          <cx:pt idx="515">Yes</cx:pt>
          <cx:pt idx="516">No</cx:pt>
          <cx:pt idx="517">No</cx:pt>
          <cx:pt idx="518">Yes</cx:pt>
          <cx:pt idx="519">No</cx:pt>
          <cx:pt idx="520">No</cx:pt>
          <cx:pt idx="521">No</cx:pt>
          <cx:pt idx="522">No</cx:pt>
          <cx:pt idx="523">Yes</cx:pt>
          <cx:pt idx="524">Yes</cx:pt>
          <cx:pt idx="525">No</cx:pt>
          <cx:pt idx="526">No</cx:pt>
          <cx:pt idx="527">No</cx:pt>
          <cx:pt idx="528">No</cx:pt>
          <cx:pt idx="529">No</cx:pt>
          <cx:pt idx="530">No</cx:pt>
          <cx:pt idx="531">No</cx:pt>
          <cx:pt idx="532">No</cx:pt>
          <cx:pt idx="533">No</cx:pt>
          <cx:pt idx="534">Yes</cx:pt>
          <cx:pt idx="535">No</cx:pt>
          <cx:pt idx="536">No</cx:pt>
          <cx:pt idx="537">No</cx:pt>
          <cx:pt idx="538">No</cx:pt>
          <cx:pt idx="539">No</cx:pt>
          <cx:pt idx="540">No</cx:pt>
          <cx:pt idx="541">No</cx:pt>
          <cx:pt idx="542">No</cx:pt>
          <cx:pt idx="543">Yes</cx:pt>
          <cx:pt idx="544">Yes</cx:pt>
          <cx:pt idx="545">No</cx:pt>
          <cx:pt idx="546">Yes</cx:pt>
          <cx:pt idx="547">No</cx:pt>
          <cx:pt idx="548">No</cx:pt>
          <cx:pt idx="549">No</cx:pt>
          <cx:pt idx="550">No</cx:pt>
          <cx:pt idx="551">No</cx:pt>
          <cx:pt idx="552">No</cx:pt>
          <cx:pt idx="553">No</cx:pt>
          <cx:pt idx="554">Yes</cx:pt>
          <cx:pt idx="555">No</cx:pt>
          <cx:pt idx="556">No</cx:pt>
          <cx:pt idx="557">No</cx:pt>
          <cx:pt idx="558">No</cx:pt>
          <cx:pt idx="559">No</cx:pt>
          <cx:pt idx="560">No</cx:pt>
          <cx:pt idx="561">No</cx:pt>
          <cx:pt idx="562">No</cx:pt>
          <cx:pt idx="563">No</cx:pt>
          <cx:pt idx="564">No</cx:pt>
          <cx:pt idx="565">No</cx:pt>
          <cx:pt idx="566">No</cx:pt>
          <cx:pt idx="567">No</cx:pt>
          <cx:pt idx="568">Yes</cx:pt>
          <cx:pt idx="569">No</cx:pt>
          <cx:pt idx="570">No</cx:pt>
          <cx:pt idx="571">No</cx:pt>
          <cx:pt idx="572">No</cx:pt>
          <cx:pt idx="573">Yes</cx:pt>
          <cx:pt idx="574">No</cx:pt>
          <cx:pt idx="575">No</cx:pt>
          <cx:pt idx="576">No</cx:pt>
          <cx:pt idx="577">No</cx:pt>
          <cx:pt idx="578">No</cx:pt>
          <cx:pt idx="579">No</cx:pt>
          <cx:pt idx="580">Yes</cx:pt>
          <cx:pt idx="581">Yes</cx:pt>
          <cx:pt idx="582">Yes</cx:pt>
          <cx:pt idx="583">No</cx:pt>
          <cx:pt idx="584">No</cx:pt>
          <cx:pt idx="585">Yes</cx:pt>
          <cx:pt idx="586">No</cx:pt>
          <cx:pt idx="587">No</cx:pt>
          <cx:pt idx="588">No</cx:pt>
          <cx:pt idx="589">No</cx:pt>
          <cx:pt idx="590">No</cx:pt>
          <cx:pt idx="591">No</cx:pt>
          <cx:pt idx="592">No</cx:pt>
          <cx:pt idx="593">No</cx:pt>
          <cx:pt idx="594">No</cx:pt>
          <cx:pt idx="595">Yes</cx:pt>
          <cx:pt idx="596">No</cx:pt>
          <cx:pt idx="597">No</cx:pt>
          <cx:pt idx="598">No</cx:pt>
          <cx:pt idx="599">No</cx:pt>
          <cx:pt idx="600">No</cx:pt>
          <cx:pt idx="601">No</cx:pt>
          <cx:pt idx="602">No</cx:pt>
          <cx:pt idx="603">No</cx:pt>
          <cx:pt idx="604">No</cx:pt>
          <cx:pt idx="605">No</cx:pt>
          <cx:pt idx="606">No</cx:pt>
          <cx:pt idx="607">No</cx:pt>
          <cx:pt idx="608">No</cx:pt>
          <cx:pt idx="609">Yes</cx:pt>
          <cx:pt idx="610">Yes</cx:pt>
          <cx:pt idx="611">Yes</cx:pt>
          <cx:pt idx="612">No</cx:pt>
          <cx:pt idx="613">No</cx:pt>
          <cx:pt idx="614">No</cx:pt>
          <cx:pt idx="615">No</cx:pt>
          <cx:pt idx="616">No</cx:pt>
          <cx:pt idx="617">No</cx:pt>
          <cx:pt idx="618">No</cx:pt>
          <cx:pt idx="619">No</cx:pt>
          <cx:pt idx="620">No</cx:pt>
          <cx:pt idx="621">No</cx:pt>
          <cx:pt idx="622">No</cx:pt>
          <cx:pt idx="623">No</cx:pt>
          <cx:pt idx="624">Yes</cx:pt>
          <cx:pt idx="625">No</cx:pt>
          <cx:pt idx="626">No</cx:pt>
          <cx:pt idx="627">No</cx:pt>
          <cx:pt idx="628">No</cx:pt>
          <cx:pt idx="629">Yes</cx:pt>
          <cx:pt idx="630">Yes</cx:pt>
          <cx:pt idx="631">No</cx:pt>
          <cx:pt idx="632">No</cx:pt>
          <cx:pt idx="633">No</cx:pt>
          <cx:pt idx="634">No</cx:pt>
          <cx:pt idx="635">Yes</cx:pt>
          <cx:pt idx="636">No</cx:pt>
          <cx:pt idx="637">No</cx:pt>
          <cx:pt idx="638">Yes</cx:pt>
          <cx:pt idx="639">Yes</cx:pt>
          <cx:pt idx="640">No</cx:pt>
          <cx:pt idx="641">Yes</cx:pt>
          <cx:pt idx="642">Yes</cx:pt>
          <cx:pt idx="643">No</cx:pt>
          <cx:pt idx="644">No</cx:pt>
          <cx:pt idx="645">Yes</cx:pt>
          <cx:pt idx="646">Yes</cx:pt>
          <cx:pt idx="647">No</cx:pt>
          <cx:pt idx="648">Yes</cx:pt>
          <cx:pt idx="649">No</cx:pt>
          <cx:pt idx="650">Yes</cx:pt>
          <cx:pt idx="651">Yes</cx:pt>
          <cx:pt idx="652">No</cx:pt>
          <cx:pt idx="653">No</cx:pt>
          <cx:pt idx="654">Yes</cx:pt>
          <cx:pt idx="655">No</cx:pt>
          <cx:pt idx="656">No</cx:pt>
          <cx:pt idx="657">No</cx:pt>
          <cx:pt idx="658">Yes</cx:pt>
          <cx:pt idx="659">No</cx:pt>
          <cx:pt idx="660">Yes</cx:pt>
          <cx:pt idx="661">No</cx:pt>
          <cx:pt idx="662">No</cx:pt>
          <cx:pt idx="663">No</cx:pt>
          <cx:pt idx="664">No</cx:pt>
          <cx:pt idx="665">No</cx:pt>
          <cx:pt idx="666">Yes</cx:pt>
          <cx:pt idx="667">No</cx:pt>
          <cx:pt idx="668">Yes</cx:pt>
          <cx:pt idx="669">No</cx:pt>
          <cx:pt idx="670">No</cx:pt>
          <cx:pt idx="671">No</cx:pt>
          <cx:pt idx="672">Yes</cx:pt>
          <cx:pt idx="673">No</cx:pt>
          <cx:pt idx="674">Yes</cx:pt>
          <cx:pt idx="675">No</cx:pt>
          <cx:pt idx="676">No</cx:pt>
          <cx:pt idx="677">Yes</cx:pt>
          <cx:pt idx="678">No</cx:pt>
          <cx:pt idx="679">No</cx:pt>
          <cx:pt idx="680">Yes</cx:pt>
          <cx:pt idx="681">No</cx:pt>
          <cx:pt idx="682">No</cx:pt>
          <cx:pt idx="683">No</cx:pt>
          <cx:pt idx="684">No</cx:pt>
          <cx:pt idx="685">No</cx:pt>
          <cx:pt idx="686">No</cx:pt>
          <cx:pt idx="687">Yes</cx:pt>
          <cx:pt idx="688">No</cx:pt>
          <cx:pt idx="689">No</cx:pt>
          <cx:pt idx="690">No</cx:pt>
          <cx:pt idx="691">No</cx:pt>
          <cx:pt idx="692">No</cx:pt>
          <cx:pt idx="693">Yes</cx:pt>
          <cx:pt idx="694">No</cx:pt>
          <cx:pt idx="695">No</cx:pt>
          <cx:pt idx="696">No</cx:pt>
          <cx:pt idx="697">Yes</cx:pt>
          <cx:pt idx="698">No</cx:pt>
          <cx:pt idx="699">No</cx:pt>
          <cx:pt idx="700">No</cx:pt>
          <cx:pt idx="701">No</cx:pt>
          <cx:pt idx="702">No</cx:pt>
          <cx:pt idx="703">No</cx:pt>
          <cx:pt idx="704">No</cx:pt>
          <cx:pt idx="705">Yes</cx:pt>
          <cx:pt idx="706">No</cx:pt>
          <cx:pt idx="707">No</cx:pt>
          <cx:pt idx="708">No</cx:pt>
          <cx:pt idx="709">No</cx:pt>
          <cx:pt idx="710">Yes</cx:pt>
          <cx:pt idx="711">No</cx:pt>
          <cx:pt idx="712">No</cx:pt>
          <cx:pt idx="713">No</cx:pt>
          <cx:pt idx="714">No</cx:pt>
          <cx:pt idx="715">No</cx:pt>
          <cx:pt idx="716">No</cx:pt>
          <cx:pt idx="717">No</cx:pt>
          <cx:pt idx="718">No</cx:pt>
          <cx:pt idx="719">No</cx:pt>
          <cx:pt idx="720">No</cx:pt>
          <cx:pt idx="721">No</cx:pt>
          <cx:pt idx="722">Yes</cx:pt>
          <cx:pt idx="723">Yes</cx:pt>
          <cx:pt idx="724">Yes</cx:pt>
          <cx:pt idx="725">No</cx:pt>
          <cx:pt idx="726">No</cx:pt>
          <cx:pt idx="727">No</cx:pt>
          <cx:pt idx="728">Yes</cx:pt>
          <cx:pt idx="729">No</cx:pt>
          <cx:pt idx="730">Yes</cx:pt>
          <cx:pt idx="731">No</cx:pt>
          <cx:pt idx="732">No</cx:pt>
          <cx:pt idx="733">No</cx:pt>
          <cx:pt idx="734">No</cx:pt>
          <cx:pt idx="735">No</cx:pt>
          <cx:pt idx="736">No</cx:pt>
          <cx:pt idx="737">No</cx:pt>
          <cx:pt idx="738">No</cx:pt>
          <cx:pt idx="739">No</cx:pt>
          <cx:pt idx="740">No</cx:pt>
          <cx:pt idx="741">No</cx:pt>
          <cx:pt idx="742">Yes</cx:pt>
          <cx:pt idx="743">No</cx:pt>
          <cx:pt idx="744">No</cx:pt>
          <cx:pt idx="745">No</cx:pt>
          <cx:pt idx="746">No</cx:pt>
          <cx:pt idx="747">No</cx:pt>
          <cx:pt idx="748">No</cx:pt>
          <cx:pt idx="749">No</cx:pt>
          <cx:pt idx="750">No</cx:pt>
          <cx:pt idx="751">No</cx:pt>
          <cx:pt idx="752">No</cx:pt>
          <cx:pt idx="753">No</cx:pt>
          <cx:pt idx="754">No</cx:pt>
          <cx:pt idx="755">Yes</cx:pt>
          <cx:pt idx="756">No</cx:pt>
          <cx:pt idx="757">No</cx:pt>
          <cx:pt idx="758">Yes</cx:pt>
          <cx:pt idx="759">No</cx:pt>
          <cx:pt idx="760">No</cx:pt>
          <cx:pt idx="761">Yes</cx:pt>
          <cx:pt idx="762">Yes</cx:pt>
          <cx:pt idx="763">No</cx:pt>
          <cx:pt idx="764">No</cx:pt>
          <cx:pt idx="765">No</cx:pt>
          <cx:pt idx="766">No</cx:pt>
          <cx:pt idx="767">No</cx:pt>
          <cx:pt idx="768">No</cx:pt>
          <cx:pt idx="769">No</cx:pt>
          <cx:pt idx="770">No</cx:pt>
          <cx:pt idx="771">Yes</cx:pt>
          <cx:pt idx="772">Yes</cx:pt>
          <cx:pt idx="773">Yes</cx:pt>
          <cx:pt idx="774">Yes</cx:pt>
          <cx:pt idx="775">No</cx:pt>
          <cx:pt idx="776">No</cx:pt>
          <cx:pt idx="777">Yes</cx:pt>
          <cx:pt idx="778">No</cx:pt>
          <cx:pt idx="779">Yes</cx:pt>
          <cx:pt idx="780">No</cx:pt>
          <cx:pt idx="781">No</cx:pt>
          <cx:pt idx="782">No</cx:pt>
          <cx:pt idx="783">Yes</cx:pt>
          <cx:pt idx="784">No</cx:pt>
          <cx:pt idx="785">Yes</cx:pt>
          <cx:pt idx="786">No</cx:pt>
          <cx:pt idx="787">No</cx:pt>
          <cx:pt idx="788">No</cx:pt>
          <cx:pt idx="789">No</cx:pt>
          <cx:pt idx="790">No</cx:pt>
          <cx:pt idx="791">No</cx:pt>
          <cx:pt idx="792">No</cx:pt>
          <cx:pt idx="793">No</cx:pt>
          <cx:pt idx="794">No</cx:pt>
          <cx:pt idx="795">No</cx:pt>
          <cx:pt idx="796">No</cx:pt>
          <cx:pt idx="797">No</cx:pt>
          <cx:pt idx="798">No</cx:pt>
          <cx:pt idx="799">Yes</cx:pt>
          <cx:pt idx="800">No</cx:pt>
          <cx:pt idx="801">Yes</cx:pt>
          <cx:pt idx="802">No</cx:pt>
          <cx:pt idx="803">No</cx:pt>
          <cx:pt idx="804">Yes</cx:pt>
          <cx:pt idx="805">No</cx:pt>
          <cx:pt idx="806">No</cx:pt>
          <cx:pt idx="807">No</cx:pt>
          <cx:pt idx="808">Yes</cx:pt>
          <cx:pt idx="809">Yes</cx:pt>
          <cx:pt idx="810">Yes</cx:pt>
          <cx:pt idx="811">Yes</cx:pt>
          <cx:pt idx="812">No</cx:pt>
          <cx:pt idx="813">No</cx:pt>
          <cx:pt idx="814">No</cx:pt>
          <cx:pt idx="815">No</cx:pt>
          <cx:pt idx="816">Yes</cx:pt>
          <cx:pt idx="817">No</cx:pt>
          <cx:pt idx="818">Yes</cx:pt>
          <cx:pt idx="819">No</cx:pt>
          <cx:pt idx="820">No</cx:pt>
          <cx:pt idx="821">No</cx:pt>
          <cx:pt idx="822">No</cx:pt>
          <cx:pt idx="823">No</cx:pt>
          <cx:pt idx="824">No</cx:pt>
          <cx:pt idx="825">Yes</cx:pt>
          <cx:pt idx="826">Yes</cx:pt>
          <cx:pt idx="827">No</cx:pt>
          <cx:pt idx="828">Yes</cx:pt>
          <cx:pt idx="829">No</cx:pt>
          <cx:pt idx="830">Yes</cx:pt>
          <cx:pt idx="831">No</cx:pt>
          <cx:pt idx="832">No</cx:pt>
          <cx:pt idx="833">No</cx:pt>
          <cx:pt idx="834">Yes</cx:pt>
          <cx:pt idx="835">No</cx:pt>
          <cx:pt idx="836">No</cx:pt>
          <cx:pt idx="837">Yes</cx:pt>
          <cx:pt idx="838">No</cx:pt>
          <cx:pt idx="839">No</cx:pt>
          <cx:pt idx="840">Yes</cx:pt>
          <cx:pt idx="841">No</cx:pt>
          <cx:pt idx="842">Yes</cx:pt>
          <cx:pt idx="843">No</cx:pt>
          <cx:pt idx="844">Yes</cx:pt>
          <cx:pt idx="845">No</cx:pt>
          <cx:pt idx="846">No</cx:pt>
          <cx:pt idx="847">No</cx:pt>
          <cx:pt idx="848">No</cx:pt>
          <cx:pt idx="849">No</cx:pt>
          <cx:pt idx="850">No</cx:pt>
          <cx:pt idx="851">No</cx:pt>
          <cx:pt idx="852">No</cx:pt>
          <cx:pt idx="853">No</cx:pt>
          <cx:pt idx="854">No</cx:pt>
          <cx:pt idx="855">Yes</cx:pt>
          <cx:pt idx="856">No</cx:pt>
          <cx:pt idx="857">Yes</cx:pt>
          <cx:pt idx="858">No</cx:pt>
          <cx:pt idx="859">No</cx:pt>
          <cx:pt idx="860">No</cx:pt>
          <cx:pt idx="861">No</cx:pt>
          <cx:pt idx="862">Yes</cx:pt>
          <cx:pt idx="863">Yes</cx:pt>
          <cx:pt idx="864">Yes</cx:pt>
          <cx:pt idx="865">Yes</cx:pt>
          <cx:pt idx="866">No</cx:pt>
          <cx:pt idx="867">No</cx:pt>
          <cx:pt idx="868">Yes</cx:pt>
          <cx:pt idx="869">No</cx:pt>
          <cx:pt idx="870">No</cx:pt>
          <cx:pt idx="871">No</cx:pt>
          <cx:pt idx="872">No</cx:pt>
          <cx:pt idx="873">Yes</cx:pt>
          <cx:pt idx="874">No</cx:pt>
          <cx:pt idx="875">No</cx:pt>
          <cx:pt idx="876">Yes</cx:pt>
          <cx:pt idx="877">No</cx:pt>
          <cx:pt idx="878">No</cx:pt>
          <cx:pt idx="879">No</cx:pt>
          <cx:pt idx="880">Yes</cx:pt>
          <cx:pt idx="881">No</cx:pt>
          <cx:pt idx="882">Yes</cx:pt>
          <cx:pt idx="883">No</cx:pt>
          <cx:pt idx="884">No</cx:pt>
          <cx:pt idx="885">No</cx:pt>
          <cx:pt idx="886">No</cx:pt>
          <cx:pt idx="887">No</cx:pt>
          <cx:pt idx="888">No</cx:pt>
          <cx:pt idx="889">Yes</cx:pt>
          <cx:pt idx="890">No</cx:pt>
          <cx:pt idx="891">Yes</cx:pt>
          <cx:pt idx="892">No</cx:pt>
          <cx:pt idx="893">Yes</cx:pt>
          <cx:pt idx="894">No</cx:pt>
          <cx:pt idx="895">No</cx:pt>
          <cx:pt idx="896">No</cx:pt>
          <cx:pt idx="897">No</cx:pt>
          <cx:pt idx="898">Yes</cx:pt>
          <cx:pt idx="899">No</cx:pt>
          <cx:pt idx="900">No</cx:pt>
          <cx:pt idx="901">Yes</cx:pt>
          <cx:pt idx="902">Yes</cx:pt>
          <cx:pt idx="903">No</cx:pt>
          <cx:pt idx="904">No</cx:pt>
          <cx:pt idx="905">Yes</cx:pt>
          <cx:pt idx="906">No</cx:pt>
          <cx:pt idx="907">No</cx:pt>
          <cx:pt idx="908">No</cx:pt>
          <cx:pt idx="909">No</cx:pt>
          <cx:pt idx="910">Yes</cx:pt>
          <cx:pt idx="911">No</cx:pt>
          <cx:pt idx="912">No</cx:pt>
          <cx:pt idx="913">No</cx:pt>
          <cx:pt idx="914">No</cx:pt>
          <cx:pt idx="915">Yes</cx:pt>
          <cx:pt idx="916">No</cx:pt>
          <cx:pt idx="917">No</cx:pt>
          <cx:pt idx="918">No</cx:pt>
          <cx:pt idx="919">No</cx:pt>
          <cx:pt idx="920">No</cx:pt>
          <cx:pt idx="921">No</cx:pt>
          <cx:pt idx="922">No</cx:pt>
          <cx:pt idx="923">No</cx:pt>
          <cx:pt idx="924">No</cx:pt>
          <cx:pt idx="925">No</cx:pt>
          <cx:pt idx="926">Yes</cx:pt>
          <cx:pt idx="927">Yes</cx:pt>
          <cx:pt idx="928">No</cx:pt>
          <cx:pt idx="929">No</cx:pt>
          <cx:pt idx="930">No</cx:pt>
          <cx:pt idx="931">No</cx:pt>
          <cx:pt idx="932">No</cx:pt>
          <cx:pt idx="933">Yes</cx:pt>
          <cx:pt idx="934">No</cx:pt>
          <cx:pt idx="935">No</cx:pt>
          <cx:pt idx="936">No</cx:pt>
          <cx:pt idx="937">Yes</cx:pt>
          <cx:pt idx="938">No</cx:pt>
          <cx:pt idx="939">No</cx:pt>
          <cx:pt idx="940">No</cx:pt>
          <cx:pt idx="941">No</cx:pt>
          <cx:pt idx="942">No</cx:pt>
          <cx:pt idx="943">No</cx:pt>
          <cx:pt idx="944">No</cx:pt>
          <cx:pt idx="945">Yes</cx:pt>
          <cx:pt idx="946">No</cx:pt>
          <cx:pt idx="947">No</cx:pt>
          <cx:pt idx="948">Yes</cx:pt>
          <cx:pt idx="949">No</cx:pt>
          <cx:pt idx="950">Yes</cx:pt>
          <cx:pt idx="951">No</cx:pt>
          <cx:pt idx="952">No</cx:pt>
          <cx:pt idx="953">No</cx:pt>
          <cx:pt idx="954">No</cx:pt>
          <cx:pt idx="955">Yes</cx:pt>
          <cx:pt idx="956">No</cx:pt>
          <cx:pt idx="957">No</cx:pt>
          <cx:pt idx="958">No</cx:pt>
          <cx:pt idx="959">No</cx:pt>
          <cx:pt idx="960">No</cx:pt>
          <cx:pt idx="961">No</cx:pt>
          <cx:pt idx="962">No</cx:pt>
          <cx:pt idx="963">No</cx:pt>
          <cx:pt idx="964">Yes</cx:pt>
          <cx:pt idx="965">Yes</cx:pt>
          <cx:pt idx="966">Yes</cx:pt>
          <cx:pt idx="967">No</cx:pt>
          <cx:pt idx="968">No</cx:pt>
          <cx:pt idx="969">Yes</cx:pt>
          <cx:pt idx="970">Yes</cx:pt>
          <cx:pt idx="971">No</cx:pt>
          <cx:pt idx="972">No</cx:pt>
          <cx:pt idx="973">Yes</cx:pt>
          <cx:pt idx="974">No</cx:pt>
          <cx:pt idx="975">Yes</cx:pt>
          <cx:pt idx="976">Yes</cx:pt>
          <cx:pt idx="977">No</cx:pt>
          <cx:pt idx="978">Yes</cx:pt>
          <cx:pt idx="979">No</cx:pt>
          <cx:pt idx="980">No</cx:pt>
          <cx:pt idx="981">No</cx:pt>
          <cx:pt idx="982">No</cx:pt>
          <cx:pt idx="983">Yes</cx:pt>
          <cx:pt idx="984">No</cx:pt>
          <cx:pt idx="985">Yes</cx:pt>
          <cx:pt idx="986">No</cx:pt>
          <cx:pt idx="987">No</cx:pt>
          <cx:pt idx="988">No</cx:pt>
          <cx:pt idx="989">No</cx:pt>
          <cx:pt idx="990">No</cx:pt>
          <cx:pt idx="991">No</cx:pt>
          <cx:pt idx="992">No</cx:pt>
          <cx:pt idx="993">No</cx:pt>
          <cx:pt idx="994">No</cx:pt>
          <cx:pt idx="995">Yes</cx:pt>
          <cx:pt idx="996">Yes</cx:pt>
          <cx:pt idx="997">Yes</cx:pt>
          <cx:pt idx="998">No</cx:pt>
          <cx:pt idx="999">No</cx:pt>
          <cx:pt idx="1000">Yes</cx:pt>
          <cx:pt idx="1001">Yes</cx:pt>
          <cx:pt idx="1002">No</cx:pt>
          <cx:pt idx="1003">No</cx:pt>
          <cx:pt idx="1004">No</cx:pt>
          <cx:pt idx="1005">No</cx:pt>
          <cx:pt idx="1006">Yes</cx:pt>
          <cx:pt idx="1007">Yes</cx:pt>
          <cx:pt idx="1008">Yes</cx:pt>
          <cx:pt idx="1009">No</cx:pt>
          <cx:pt idx="1010">No</cx:pt>
          <cx:pt idx="1011">No</cx:pt>
          <cx:pt idx="1012">No</cx:pt>
          <cx:pt idx="1013">No</cx:pt>
          <cx:pt idx="1014">Yes</cx:pt>
          <cx:pt idx="1015">Yes</cx:pt>
          <cx:pt idx="1016">No</cx:pt>
          <cx:pt idx="1017">No</cx:pt>
          <cx:pt idx="1018">No</cx:pt>
          <cx:pt idx="1019">No</cx:pt>
          <cx:pt idx="1020">No</cx:pt>
          <cx:pt idx="1021">No</cx:pt>
          <cx:pt idx="1022">No</cx:pt>
          <cx:pt idx="1023">No</cx:pt>
          <cx:pt idx="1024">No</cx:pt>
          <cx:pt idx="1025">No</cx:pt>
          <cx:pt idx="1026">Yes</cx:pt>
          <cx:pt idx="1027">No</cx:pt>
          <cx:pt idx="1028">Yes</cx:pt>
          <cx:pt idx="1029">Yes</cx:pt>
          <cx:pt idx="1030">No</cx:pt>
          <cx:pt idx="1031">No</cx:pt>
          <cx:pt idx="1032">Yes</cx:pt>
          <cx:pt idx="1033">No</cx:pt>
          <cx:pt idx="1034">No</cx:pt>
          <cx:pt idx="1035">No</cx:pt>
          <cx:pt idx="1036">No</cx:pt>
          <cx:pt idx="1037">No</cx:pt>
          <cx:pt idx="1038">No</cx:pt>
          <cx:pt idx="1039">Yes</cx:pt>
          <cx:pt idx="1040">Yes</cx:pt>
          <cx:pt idx="1041">No</cx:pt>
          <cx:pt idx="1042">No</cx:pt>
          <cx:pt idx="1043">Yes</cx:pt>
          <cx:pt idx="1044">No</cx:pt>
          <cx:pt idx="1045">No</cx:pt>
          <cx:pt idx="1046">No</cx:pt>
          <cx:pt idx="1047">No</cx:pt>
          <cx:pt idx="1048">No</cx:pt>
          <cx:pt idx="1049">Yes</cx:pt>
          <cx:pt idx="1050">Yes</cx:pt>
          <cx:pt idx="1051">No</cx:pt>
          <cx:pt idx="1052">No</cx:pt>
          <cx:pt idx="1053">Yes</cx:pt>
          <cx:pt idx="1054">Yes</cx:pt>
          <cx:pt idx="1055">No</cx:pt>
          <cx:pt idx="1056">Yes</cx:pt>
          <cx:pt idx="1057">Yes</cx:pt>
          <cx:pt idx="1058">Yes</cx:pt>
          <cx:pt idx="1059">Yes</cx:pt>
          <cx:pt idx="1060">No</cx:pt>
          <cx:pt idx="1061">No</cx:pt>
          <cx:pt idx="1062">No</cx:pt>
          <cx:pt idx="1063">No</cx:pt>
          <cx:pt idx="1064">No</cx:pt>
          <cx:pt idx="1065">Yes</cx:pt>
          <cx:pt idx="1066">No</cx:pt>
          <cx:pt idx="1067">No</cx:pt>
          <cx:pt idx="1068">Yes</cx:pt>
          <cx:pt idx="1069">No</cx:pt>
          <cx:pt idx="1070">Yes</cx:pt>
          <cx:pt idx="1071">Yes</cx:pt>
          <cx:pt idx="1072">No</cx:pt>
          <cx:pt idx="1073">Yes</cx:pt>
          <cx:pt idx="1074">No</cx:pt>
          <cx:pt idx="1075">No</cx:pt>
          <cx:pt idx="1076">No</cx:pt>
          <cx:pt idx="1077">Yes</cx:pt>
          <cx:pt idx="1078">No</cx:pt>
          <cx:pt idx="1079">No</cx:pt>
          <cx:pt idx="1080">No</cx:pt>
          <cx:pt idx="1081">No</cx:pt>
          <cx:pt idx="1082">No</cx:pt>
          <cx:pt idx="1083">Yes</cx:pt>
          <cx:pt idx="1084">No</cx:pt>
          <cx:pt idx="1085">Yes</cx:pt>
          <cx:pt idx="1086">Yes</cx:pt>
          <cx:pt idx="1087">No</cx:pt>
          <cx:pt idx="1088">Yes</cx:pt>
          <cx:pt idx="1089">No</cx:pt>
          <cx:pt idx="1090">No</cx:pt>
          <cx:pt idx="1091">No</cx:pt>
          <cx:pt idx="1092">No</cx:pt>
          <cx:pt idx="1093">No</cx:pt>
          <cx:pt idx="1094">No</cx:pt>
          <cx:pt idx="1095">No</cx:pt>
          <cx:pt idx="1096">No</cx:pt>
          <cx:pt idx="1097">Yes</cx:pt>
          <cx:pt idx="1098">No</cx:pt>
          <cx:pt idx="1099">No</cx:pt>
          <cx:pt idx="1100">No</cx:pt>
          <cx:pt idx="1101">No</cx:pt>
          <cx:pt idx="1102">Yes</cx:pt>
          <cx:pt idx="1103">No</cx:pt>
          <cx:pt idx="1104">No</cx:pt>
          <cx:pt idx="1105">No</cx:pt>
          <cx:pt idx="1106">No</cx:pt>
          <cx:pt idx="1107">No</cx:pt>
          <cx:pt idx="1108">No</cx:pt>
          <cx:pt idx="1109">No</cx:pt>
          <cx:pt idx="1110">No</cx:pt>
          <cx:pt idx="1111">Yes</cx:pt>
          <cx:pt idx="1112">No</cx:pt>
          <cx:pt idx="1113">Yes</cx:pt>
          <cx:pt idx="1114">No</cx:pt>
          <cx:pt idx="1115">No</cx:pt>
          <cx:pt idx="1116">No</cx:pt>
          <cx:pt idx="1117">No</cx:pt>
          <cx:pt idx="1118">No</cx:pt>
          <cx:pt idx="1119">No</cx:pt>
          <cx:pt idx="1120">No</cx:pt>
          <cx:pt idx="1121">No</cx:pt>
          <cx:pt idx="1122">Yes</cx:pt>
          <cx:pt idx="1123">No</cx:pt>
          <cx:pt idx="1124">No</cx:pt>
          <cx:pt idx="1125">Yes</cx:pt>
          <cx:pt idx="1126">Yes</cx:pt>
          <cx:pt idx="1127">No</cx:pt>
          <cx:pt idx="1128">No</cx:pt>
          <cx:pt idx="1129">No</cx:pt>
          <cx:pt idx="1130">No</cx:pt>
          <cx:pt idx="1131">Yes</cx:pt>
          <cx:pt idx="1132">Yes</cx:pt>
          <cx:pt idx="1133">No</cx:pt>
          <cx:pt idx="1134">No</cx:pt>
          <cx:pt idx="1135">No</cx:pt>
          <cx:pt idx="1136">No</cx:pt>
          <cx:pt idx="1137">No</cx:pt>
          <cx:pt idx="1138">No</cx:pt>
          <cx:pt idx="1139">No</cx:pt>
          <cx:pt idx="1140">No</cx:pt>
          <cx:pt idx="1141">No</cx:pt>
          <cx:pt idx="1142">No</cx:pt>
          <cx:pt idx="1143">No</cx:pt>
          <cx:pt idx="1144">Yes</cx:pt>
          <cx:pt idx="1145">No</cx:pt>
          <cx:pt idx="1146">No</cx:pt>
          <cx:pt idx="1147">No</cx:pt>
          <cx:pt idx="1148">Yes</cx:pt>
          <cx:pt idx="1149">Yes</cx:pt>
          <cx:pt idx="1150">No</cx:pt>
          <cx:pt idx="1151">No</cx:pt>
          <cx:pt idx="1152">No</cx:pt>
          <cx:pt idx="1153">No</cx:pt>
          <cx:pt idx="1154">No</cx:pt>
          <cx:pt idx="1155">No</cx:pt>
          <cx:pt idx="1156">No</cx:pt>
          <cx:pt idx="1157">No</cx:pt>
          <cx:pt idx="1158">No</cx:pt>
          <cx:pt idx="1159">Yes</cx:pt>
          <cx:pt idx="1160">No</cx:pt>
          <cx:pt idx="1161">Yes</cx:pt>
          <cx:pt idx="1162">No</cx:pt>
          <cx:pt idx="1163">Yes</cx:pt>
          <cx:pt idx="1164">No</cx:pt>
          <cx:pt idx="1165">No</cx:pt>
          <cx:pt idx="1166">No</cx:pt>
          <cx:pt idx="1167">No</cx:pt>
          <cx:pt idx="1168">No</cx:pt>
          <cx:pt idx="1169">No</cx:pt>
          <cx:pt idx="1170">No</cx:pt>
          <cx:pt idx="1171">Yes</cx:pt>
          <cx:pt idx="1172">No</cx:pt>
          <cx:pt idx="1173">Yes</cx:pt>
          <cx:pt idx="1174">No</cx:pt>
          <cx:pt idx="1175">No</cx:pt>
          <cx:pt idx="1176">Yes</cx:pt>
          <cx:pt idx="1177">No</cx:pt>
          <cx:pt idx="1178">Yes</cx:pt>
          <cx:pt idx="1179">No</cx:pt>
          <cx:pt idx="1180">No</cx:pt>
          <cx:pt idx="1181">Yes</cx:pt>
          <cx:pt idx="1182">No</cx:pt>
          <cx:pt idx="1183">No</cx:pt>
          <cx:pt idx="1184">No</cx:pt>
          <cx:pt idx="1185">Yes</cx:pt>
          <cx:pt idx="1186">No</cx:pt>
          <cx:pt idx="1187">No</cx:pt>
          <cx:pt idx="1188">No</cx:pt>
          <cx:pt idx="1189">No</cx:pt>
          <cx:pt idx="1190">No</cx:pt>
          <cx:pt idx="1191">No</cx:pt>
          <cx:pt idx="1192">Yes</cx:pt>
          <cx:pt idx="1193">No</cx:pt>
          <cx:pt idx="1194">No</cx:pt>
          <cx:pt idx="1195">No</cx:pt>
          <cx:pt idx="1196">No</cx:pt>
          <cx:pt idx="1197">No</cx:pt>
          <cx:pt idx="1198">No</cx:pt>
          <cx:pt idx="1199">No</cx:pt>
          <cx:pt idx="1200">No</cx:pt>
          <cx:pt idx="1201">No</cx:pt>
          <cx:pt idx="1202">Yes</cx:pt>
          <cx:pt idx="1203">No</cx:pt>
          <cx:pt idx="1204">No</cx:pt>
          <cx:pt idx="1205">Yes</cx:pt>
          <cx:pt idx="1206">No</cx:pt>
          <cx:pt idx="1207">No</cx:pt>
          <cx:pt idx="1208">Yes</cx:pt>
          <cx:pt idx="1209">No</cx:pt>
          <cx:pt idx="1210">Yes</cx:pt>
          <cx:pt idx="1211">Yes</cx:pt>
          <cx:pt idx="1212">No</cx:pt>
          <cx:pt idx="1213">No</cx:pt>
          <cx:pt idx="1214">Yes</cx:pt>
          <cx:pt idx="1215">Yes</cx:pt>
          <cx:pt idx="1216">No</cx:pt>
          <cx:pt idx="1217">No</cx:pt>
          <cx:pt idx="1218">Yes</cx:pt>
          <cx:pt idx="1219">No</cx:pt>
          <cx:pt idx="1220">No</cx:pt>
          <cx:pt idx="1221">No</cx:pt>
          <cx:pt idx="1222">No</cx:pt>
          <cx:pt idx="1223">Yes</cx:pt>
          <cx:pt idx="1224">Yes</cx:pt>
          <cx:pt idx="1225">Yes</cx:pt>
          <cx:pt idx="1226">No</cx:pt>
          <cx:pt idx="1227">No</cx:pt>
          <cx:pt idx="1228">No</cx:pt>
          <cx:pt idx="1229">No</cx:pt>
          <cx:pt idx="1230">No</cx:pt>
          <cx:pt idx="1231">No</cx:pt>
          <cx:pt idx="1232">Yes</cx:pt>
          <cx:pt idx="1233">No</cx:pt>
          <cx:pt idx="1234">No</cx:pt>
          <cx:pt idx="1235">No</cx:pt>
          <cx:pt idx="1236">Yes</cx:pt>
          <cx:pt idx="1237">No</cx:pt>
          <cx:pt idx="1238">Yes</cx:pt>
          <cx:pt idx="1239">No</cx:pt>
          <cx:pt idx="1240">No</cx:pt>
          <cx:pt idx="1241">No</cx:pt>
          <cx:pt idx="1242">No</cx:pt>
          <cx:pt idx="1243">Yes</cx:pt>
          <cx:pt idx="1244">Yes</cx:pt>
          <cx:pt idx="1245">No</cx:pt>
          <cx:pt idx="1246">No</cx:pt>
          <cx:pt idx="1247">No</cx:pt>
          <cx:pt idx="1248">Yes</cx:pt>
          <cx:pt idx="1249">Yes</cx:pt>
          <cx:pt idx="1250">No</cx:pt>
          <cx:pt idx="1251">Yes</cx:pt>
          <cx:pt idx="1252">No</cx:pt>
          <cx:pt idx="1253">Yes</cx:pt>
          <cx:pt idx="1254">No</cx:pt>
          <cx:pt idx="1255">Yes</cx:pt>
          <cx:pt idx="1256">No</cx:pt>
          <cx:pt idx="1257">No</cx:pt>
          <cx:pt idx="1258">No</cx:pt>
          <cx:pt idx="1259">Yes</cx:pt>
          <cx:pt idx="1260">No</cx:pt>
          <cx:pt idx="1261">No</cx:pt>
          <cx:pt idx="1262">No</cx:pt>
          <cx:pt idx="1263">Yes</cx:pt>
          <cx:pt idx="1264">No</cx:pt>
          <cx:pt idx="1265">No</cx:pt>
          <cx:pt idx="1266">No</cx:pt>
          <cx:pt idx="1267">No</cx:pt>
          <cx:pt idx="1268">Yes</cx:pt>
          <cx:pt idx="1269">No</cx:pt>
          <cx:pt idx="1270">No</cx:pt>
          <cx:pt idx="1271">No</cx:pt>
          <cx:pt idx="1272">No</cx:pt>
          <cx:pt idx="1273">No</cx:pt>
          <cx:pt idx="1274">No</cx:pt>
          <cx:pt idx="1275">No</cx:pt>
          <cx:pt idx="1276">No</cx:pt>
          <cx:pt idx="1277">No</cx:pt>
          <cx:pt idx="1278">No</cx:pt>
          <cx:pt idx="1279">No</cx:pt>
          <cx:pt idx="1280">No</cx:pt>
          <cx:pt idx="1281">No</cx:pt>
          <cx:pt idx="1282">No</cx:pt>
          <cx:pt idx="1283">No</cx:pt>
          <cx:pt idx="1284">No</cx:pt>
          <cx:pt idx="1285">Yes</cx:pt>
          <cx:pt idx="1286">No</cx:pt>
          <cx:pt idx="1287">No</cx:pt>
          <cx:pt idx="1288">No</cx:pt>
          <cx:pt idx="1289">No</cx:pt>
          <cx:pt idx="1290">No</cx:pt>
          <cx:pt idx="1291">Yes</cx:pt>
          <cx:pt idx="1292">No</cx:pt>
          <cx:pt idx="1293">No</cx:pt>
          <cx:pt idx="1294">Yes</cx:pt>
          <cx:pt idx="1295">No</cx:pt>
          <cx:pt idx="1296">No</cx:pt>
          <cx:pt idx="1297">No</cx:pt>
          <cx:pt idx="1298">No</cx:pt>
          <cx:pt idx="1299">Yes</cx:pt>
          <cx:pt idx="1300">No</cx:pt>
          <cx:pt idx="1301">No</cx:pt>
          <cx:pt idx="1302">No</cx:pt>
          <cx:pt idx="1303">No</cx:pt>
          <cx:pt idx="1304">Yes</cx:pt>
          <cx:pt idx="1305">No</cx:pt>
          <cx:pt idx="1306">Yes</cx:pt>
          <cx:pt idx="1307">No</cx:pt>
          <cx:pt idx="1308">Yes</cx:pt>
          <cx:pt idx="1309">Yes</cx:pt>
          <cx:pt idx="1310">Yes</cx:pt>
          <cx:pt idx="1311">No</cx:pt>
          <cx:pt idx="1312">No</cx:pt>
          <cx:pt idx="1313">Yes</cx:pt>
          <cx:pt idx="1314">Yes</cx:pt>
          <cx:pt idx="1315">No</cx:pt>
          <cx:pt idx="1316">No</cx:pt>
          <cx:pt idx="1317">No</cx:pt>
          <cx:pt idx="1318">No</cx:pt>
          <cx:pt idx="1319">Yes</cx:pt>
          <cx:pt idx="1320">No</cx:pt>
          <cx:pt idx="1321">No</cx:pt>
          <cx:pt idx="1322">No</cx:pt>
          <cx:pt idx="1323">No</cx:pt>
          <cx:pt idx="1324">Yes</cx:pt>
          <cx:pt idx="1325">Yes</cx:pt>
          <cx:pt idx="1326">No</cx:pt>
          <cx:pt idx="1327">Yes</cx:pt>
          <cx:pt idx="1328">No</cx:pt>
          <cx:pt idx="1329">No</cx:pt>
          <cx:pt idx="1330">No</cx:pt>
          <cx:pt idx="1331">No</cx:pt>
          <cx:pt idx="1332">No</cx:pt>
          <cx:pt idx="1333">No</cx:pt>
          <cx:pt idx="1334">Yes</cx:pt>
          <cx:pt idx="1335">Yes</cx:pt>
          <cx:pt idx="1336">No</cx:pt>
          <cx:pt idx="1337">No</cx:pt>
          <cx:pt idx="1338">Yes</cx:pt>
          <cx:pt idx="1339">Yes</cx:pt>
          <cx:pt idx="1340">No</cx:pt>
          <cx:pt idx="1341">Yes</cx:pt>
          <cx:pt idx="1342">No</cx:pt>
          <cx:pt idx="1343">No</cx:pt>
          <cx:pt idx="1344">No</cx:pt>
          <cx:pt idx="1345">No</cx:pt>
          <cx:pt idx="1346">Yes</cx:pt>
          <cx:pt idx="1347">No</cx:pt>
          <cx:pt idx="1348">Yes</cx:pt>
          <cx:pt idx="1349">No</cx:pt>
          <cx:pt idx="1350">No</cx:pt>
          <cx:pt idx="1351">No</cx:pt>
          <cx:pt idx="1352">No</cx:pt>
          <cx:pt idx="1353">No</cx:pt>
          <cx:pt idx="1354">Yes</cx:pt>
          <cx:pt idx="1355">No</cx:pt>
          <cx:pt idx="1356">No</cx:pt>
          <cx:pt idx="1357">No</cx:pt>
          <cx:pt idx="1358">No</cx:pt>
          <cx:pt idx="1359">Yes</cx:pt>
          <cx:pt idx="1360">Yes</cx:pt>
          <cx:pt idx="1361">Yes</cx:pt>
          <cx:pt idx="1362">Yes</cx:pt>
          <cx:pt idx="1363">No</cx:pt>
          <cx:pt idx="1364">No</cx:pt>
          <cx:pt idx="1365">Yes</cx:pt>
          <cx:pt idx="1366">Yes</cx:pt>
          <cx:pt idx="1367">No</cx:pt>
          <cx:pt idx="1368">No</cx:pt>
          <cx:pt idx="1369">No</cx:pt>
          <cx:pt idx="1370">No</cx:pt>
          <cx:pt idx="1371">Yes</cx:pt>
          <cx:pt idx="1372">No</cx:pt>
          <cx:pt idx="1373">No</cx:pt>
          <cx:pt idx="1374">No</cx:pt>
          <cx:pt idx="1375">No</cx:pt>
          <cx:pt idx="1376">Yes</cx:pt>
          <cx:pt idx="1377">No</cx:pt>
          <cx:pt idx="1378">No</cx:pt>
          <cx:pt idx="1379">No</cx:pt>
          <cx:pt idx="1380">No</cx:pt>
          <cx:pt idx="1381">No</cx:pt>
          <cx:pt idx="1382">No</cx:pt>
          <cx:pt idx="1383">Yes</cx:pt>
          <cx:pt idx="1384">Yes</cx:pt>
          <cx:pt idx="1385">No</cx:pt>
          <cx:pt idx="1386">No</cx:pt>
          <cx:pt idx="1387">No</cx:pt>
          <cx:pt idx="1388">No</cx:pt>
          <cx:pt idx="1389">Yes</cx:pt>
          <cx:pt idx="1390">No</cx:pt>
          <cx:pt idx="1391">No</cx:pt>
          <cx:pt idx="1392">No</cx:pt>
          <cx:pt idx="1393">No</cx:pt>
          <cx:pt idx="1394">No</cx:pt>
          <cx:pt idx="1395">Yes</cx:pt>
          <cx:pt idx="1396">Yes</cx:pt>
          <cx:pt idx="1397">No</cx:pt>
          <cx:pt idx="1398">No</cx:pt>
          <cx:pt idx="1399">No</cx:pt>
          <cx:pt idx="1400">No</cx:pt>
          <cx:pt idx="1401">Yes</cx:pt>
          <cx:pt idx="1402">Yes</cx:pt>
          <cx:pt idx="1403">No</cx:pt>
          <cx:pt idx="1404">No</cx:pt>
          <cx:pt idx="1405">Yes</cx:pt>
          <cx:pt idx="1406">No</cx:pt>
          <cx:pt idx="1407">No</cx:pt>
          <cx:pt idx="1408">No</cx:pt>
          <cx:pt idx="1409">No</cx:pt>
          <cx:pt idx="1410">Yes</cx:pt>
          <cx:pt idx="1411">No</cx:pt>
          <cx:pt idx="1412">Yes</cx:pt>
          <cx:pt idx="1413">No</cx:pt>
          <cx:pt idx="1414">No</cx:pt>
          <cx:pt idx="1415">No</cx:pt>
          <cx:pt idx="1416">No</cx:pt>
          <cx:pt idx="1417">No</cx:pt>
          <cx:pt idx="1418">No</cx:pt>
          <cx:pt idx="1419">No</cx:pt>
          <cx:pt idx="1420">No</cx:pt>
          <cx:pt idx="1421">Yes</cx:pt>
          <cx:pt idx="1422">No</cx:pt>
          <cx:pt idx="1423">Yes</cx:pt>
          <cx:pt idx="1424">No</cx:pt>
          <cx:pt idx="1425">No</cx:pt>
          <cx:pt idx="1426">No</cx:pt>
          <cx:pt idx="1427">No</cx:pt>
          <cx:pt idx="1428">Yes</cx:pt>
          <cx:pt idx="1429">No</cx:pt>
          <cx:pt idx="1430">No</cx:pt>
          <cx:pt idx="1431">No</cx:pt>
          <cx:pt idx="1432">No</cx:pt>
          <cx:pt idx="1433">No</cx:pt>
          <cx:pt idx="1434">Yes</cx:pt>
          <cx:pt idx="1435">No</cx:pt>
          <cx:pt idx="1436">Yes</cx:pt>
          <cx:pt idx="1437">No</cx:pt>
          <cx:pt idx="1438">No</cx:pt>
          <cx:pt idx="1439">Yes</cx:pt>
          <cx:pt idx="1440">No</cx:pt>
          <cx:pt idx="1441">No</cx:pt>
          <cx:pt idx="1442">No</cx:pt>
          <cx:pt idx="1443">No</cx:pt>
          <cx:pt idx="1444">No</cx:pt>
          <cx:pt idx="1445">No</cx:pt>
          <cx:pt idx="1446">No</cx:pt>
          <cx:pt idx="1447">Yes</cx:pt>
          <cx:pt idx="1448">No</cx:pt>
          <cx:pt idx="1449">No</cx:pt>
          <cx:pt idx="1450">No</cx:pt>
          <cx:pt idx="1451">No</cx:pt>
          <cx:pt idx="1452">No</cx:pt>
          <cx:pt idx="1453">No</cx:pt>
          <cx:pt idx="1454">No</cx:pt>
          <cx:pt idx="1455">No</cx:pt>
          <cx:pt idx="1456">Yes</cx:pt>
          <cx:pt idx="1457">No</cx:pt>
          <cx:pt idx="1458">Yes</cx:pt>
          <cx:pt idx="1459">No</cx:pt>
          <cx:pt idx="1460">Yes</cx:pt>
          <cx:pt idx="1461">No</cx:pt>
          <cx:pt idx="1462">No</cx:pt>
          <cx:pt idx="1463">Yes</cx:pt>
          <cx:pt idx="1464">No</cx:pt>
          <cx:pt idx="1465">No</cx:pt>
          <cx:pt idx="1466">No</cx:pt>
          <cx:pt idx="1467">No</cx:pt>
          <cx:pt idx="1468">No</cx:pt>
          <cx:pt idx="1469">Yes</cx:pt>
          <cx:pt idx="1470">No</cx:pt>
          <cx:pt idx="1471">No</cx:pt>
          <cx:pt idx="1472">Yes</cx:pt>
          <cx:pt idx="1473">Yes</cx:pt>
          <cx:pt idx="1474">No</cx:pt>
          <cx:pt idx="1475">No</cx:pt>
          <cx:pt idx="1476">No</cx:pt>
          <cx:pt idx="1477">Yes</cx:pt>
          <cx:pt idx="1478">Yes</cx:pt>
          <cx:pt idx="1479">No</cx:pt>
          <cx:pt idx="1480">No</cx:pt>
          <cx:pt idx="1481">No</cx:pt>
          <cx:pt idx="1482">No</cx:pt>
          <cx:pt idx="1483">No</cx:pt>
          <cx:pt idx="1484">No</cx:pt>
          <cx:pt idx="1485">Yes</cx:pt>
          <cx:pt idx="1486">Yes</cx:pt>
          <cx:pt idx="1487">No</cx:pt>
          <cx:pt idx="1488">No</cx:pt>
          <cx:pt idx="1489">No</cx:pt>
          <cx:pt idx="1490">No</cx:pt>
          <cx:pt idx="1491">No</cx:pt>
          <cx:pt idx="1492">Yes</cx:pt>
          <cx:pt idx="1493">No</cx:pt>
          <cx:pt idx="1494">Yes</cx:pt>
          <cx:pt idx="1495">No</cx:pt>
          <cx:pt idx="1496">No</cx:pt>
          <cx:pt idx="1497">No</cx:pt>
          <cx:pt idx="1498">Yes</cx:pt>
          <cx:pt idx="1499">No</cx:pt>
          <cx:pt idx="1500">No</cx:pt>
          <cx:pt idx="1501">No</cx:pt>
          <cx:pt idx="1502">No</cx:pt>
          <cx:pt idx="1503">No</cx:pt>
          <cx:pt idx="1504">No</cx:pt>
          <cx:pt idx="1505">Yes</cx:pt>
          <cx:pt idx="1506">No</cx:pt>
          <cx:pt idx="1507">No</cx:pt>
          <cx:pt idx="1508">No</cx:pt>
          <cx:pt idx="1509">Yes</cx:pt>
          <cx:pt idx="1510">No</cx:pt>
          <cx:pt idx="1511">No</cx:pt>
          <cx:pt idx="1512">No</cx:pt>
          <cx:pt idx="1513">Yes</cx:pt>
          <cx:pt idx="1514">No</cx:pt>
          <cx:pt idx="1515">No</cx:pt>
          <cx:pt idx="1516">No</cx:pt>
          <cx:pt idx="1517">No</cx:pt>
          <cx:pt idx="1518">No</cx:pt>
          <cx:pt idx="1519">Yes</cx:pt>
          <cx:pt idx="1520">No</cx:pt>
          <cx:pt idx="1521">No</cx:pt>
          <cx:pt idx="1522">Yes</cx:pt>
          <cx:pt idx="1523">No</cx:pt>
          <cx:pt idx="1524">No</cx:pt>
          <cx:pt idx="1525">No</cx:pt>
          <cx:pt idx="1526">No</cx:pt>
          <cx:pt idx="1527">No</cx:pt>
          <cx:pt idx="1528">No</cx:pt>
          <cx:pt idx="1529">No</cx:pt>
          <cx:pt idx="1530">Yes</cx:pt>
          <cx:pt idx="1531">No</cx:pt>
          <cx:pt idx="1532">No</cx:pt>
          <cx:pt idx="1533">Yes</cx:pt>
          <cx:pt idx="1534">No</cx:pt>
          <cx:pt idx="1535">No</cx:pt>
          <cx:pt idx="1536">No</cx:pt>
          <cx:pt idx="1537">No</cx:pt>
          <cx:pt idx="1538">Yes</cx:pt>
          <cx:pt idx="1539">No</cx:pt>
          <cx:pt idx="1540">No</cx:pt>
          <cx:pt idx="1541">No</cx:pt>
          <cx:pt idx="1542">No</cx:pt>
          <cx:pt idx="1543">Yes</cx:pt>
          <cx:pt idx="1544">No</cx:pt>
          <cx:pt idx="1545">No</cx:pt>
          <cx:pt idx="1546">No</cx:pt>
          <cx:pt idx="1547">Yes</cx:pt>
          <cx:pt idx="1548">No</cx:pt>
          <cx:pt idx="1549">Yes</cx:pt>
          <cx:pt idx="1550">No</cx:pt>
          <cx:pt idx="1551">No</cx:pt>
          <cx:pt idx="1552">No</cx:pt>
          <cx:pt idx="1553">No</cx:pt>
          <cx:pt idx="1554">No</cx:pt>
          <cx:pt idx="1555">Yes</cx:pt>
          <cx:pt idx="1556">Yes</cx:pt>
          <cx:pt idx="1557">No</cx:pt>
          <cx:pt idx="1558">Yes</cx:pt>
          <cx:pt idx="1559">No</cx:pt>
          <cx:pt idx="1560">No</cx:pt>
          <cx:pt idx="1561">Yes</cx:pt>
          <cx:pt idx="1562">No</cx:pt>
          <cx:pt idx="1563">No</cx:pt>
          <cx:pt idx="1564">Yes</cx:pt>
          <cx:pt idx="1565">No</cx:pt>
          <cx:pt idx="1566">No</cx:pt>
          <cx:pt idx="1567">No</cx:pt>
          <cx:pt idx="1568">No</cx:pt>
          <cx:pt idx="1569">No</cx:pt>
          <cx:pt idx="1570">No</cx:pt>
          <cx:pt idx="1571">No</cx:pt>
          <cx:pt idx="1572">Yes</cx:pt>
          <cx:pt idx="1573">No</cx:pt>
          <cx:pt idx="1574">No</cx:pt>
          <cx:pt idx="1575">Yes</cx:pt>
          <cx:pt idx="1576">No</cx:pt>
          <cx:pt idx="1577">Yes</cx:pt>
          <cx:pt idx="1578">Yes</cx:pt>
          <cx:pt idx="1579">Yes</cx:pt>
          <cx:pt idx="1580">No</cx:pt>
          <cx:pt idx="1581">No</cx:pt>
          <cx:pt idx="1582">No</cx:pt>
          <cx:pt idx="1583">No</cx:pt>
          <cx:pt idx="1584">No</cx:pt>
          <cx:pt idx="1585">No</cx:pt>
          <cx:pt idx="1586">No</cx:pt>
          <cx:pt idx="1587">No</cx:pt>
          <cx:pt idx="1588">No</cx:pt>
          <cx:pt idx="1589">No</cx:pt>
          <cx:pt idx="1590">No</cx:pt>
          <cx:pt idx="1591">No</cx:pt>
          <cx:pt idx="1592">Yes</cx:pt>
          <cx:pt idx="1593">No</cx:pt>
          <cx:pt idx="1594">No</cx:pt>
          <cx:pt idx="1595">Yes</cx:pt>
          <cx:pt idx="1596">No</cx:pt>
          <cx:pt idx="1597">No</cx:pt>
          <cx:pt idx="1598">No</cx:pt>
          <cx:pt idx="1599">No</cx:pt>
          <cx:pt idx="1600">Yes</cx:pt>
          <cx:pt idx="1601">No</cx:pt>
          <cx:pt idx="1602">Yes</cx:pt>
          <cx:pt idx="1603">Yes</cx:pt>
          <cx:pt idx="1604">No</cx:pt>
          <cx:pt idx="1605">No</cx:pt>
          <cx:pt idx="1606">No</cx:pt>
          <cx:pt idx="1607">Yes</cx:pt>
          <cx:pt idx="1608">No</cx:pt>
          <cx:pt idx="1609">No</cx:pt>
          <cx:pt idx="1610">No</cx:pt>
          <cx:pt idx="1611">No</cx:pt>
          <cx:pt idx="1612">Yes</cx:pt>
          <cx:pt idx="1613">No</cx:pt>
          <cx:pt idx="1614">No</cx:pt>
          <cx:pt idx="1615">No</cx:pt>
          <cx:pt idx="1616">No</cx:pt>
          <cx:pt idx="1617">No</cx:pt>
          <cx:pt idx="1618">Yes</cx:pt>
          <cx:pt idx="1619">No</cx:pt>
          <cx:pt idx="1620">No</cx:pt>
          <cx:pt idx="1621">Yes</cx:pt>
          <cx:pt idx="1622">No</cx:pt>
          <cx:pt idx="1623">No</cx:pt>
          <cx:pt idx="1624">Yes</cx:pt>
          <cx:pt idx="1625">Yes</cx:pt>
          <cx:pt idx="1626">No</cx:pt>
          <cx:pt idx="1627">No</cx:pt>
          <cx:pt idx="1628">No</cx:pt>
          <cx:pt idx="1629">No</cx:pt>
          <cx:pt idx="1630">No</cx:pt>
          <cx:pt idx="1631">Yes</cx:pt>
          <cx:pt idx="1632">Yes</cx:pt>
          <cx:pt idx="1633">No</cx:pt>
          <cx:pt idx="1634">No</cx:pt>
          <cx:pt idx="1635">No</cx:pt>
          <cx:pt idx="1636">No</cx:pt>
          <cx:pt idx="1637">No</cx:pt>
          <cx:pt idx="1638">No</cx:pt>
          <cx:pt idx="1639">Yes</cx:pt>
          <cx:pt idx="1640">No</cx:pt>
          <cx:pt idx="1641">No</cx:pt>
          <cx:pt idx="1642">No</cx:pt>
          <cx:pt idx="1643">No</cx:pt>
          <cx:pt idx="1644">Yes</cx:pt>
          <cx:pt idx="1645">Yes</cx:pt>
          <cx:pt idx="1646">No</cx:pt>
          <cx:pt idx="1647">Yes</cx:pt>
          <cx:pt idx="1648">No</cx:pt>
          <cx:pt idx="1649">No</cx:pt>
          <cx:pt idx="1650">Yes</cx:pt>
          <cx:pt idx="1651">Yes</cx:pt>
          <cx:pt idx="1652">No</cx:pt>
          <cx:pt idx="1653">No</cx:pt>
          <cx:pt idx="1654">No</cx:pt>
          <cx:pt idx="1655">Yes</cx:pt>
          <cx:pt idx="1656">No</cx:pt>
          <cx:pt idx="1657">No</cx:pt>
          <cx:pt idx="1658">Yes</cx:pt>
          <cx:pt idx="1659">No</cx:pt>
          <cx:pt idx="1660">No</cx:pt>
          <cx:pt idx="1661">No</cx:pt>
          <cx:pt idx="1662">Yes</cx:pt>
          <cx:pt idx="1663">Yes</cx:pt>
          <cx:pt idx="1664">Yes</cx:pt>
          <cx:pt idx="1665">No</cx:pt>
          <cx:pt idx="1666">No</cx:pt>
          <cx:pt idx="1667">No</cx:pt>
          <cx:pt idx="1668">No</cx:pt>
          <cx:pt idx="1669">No</cx:pt>
          <cx:pt idx="1670">Yes</cx:pt>
          <cx:pt idx="1671">No</cx:pt>
          <cx:pt idx="1672">No</cx:pt>
          <cx:pt idx="1673">Yes</cx:pt>
          <cx:pt idx="1674">No</cx:pt>
          <cx:pt idx="1675">Yes</cx:pt>
          <cx:pt idx="1676">No</cx:pt>
          <cx:pt idx="1677">No</cx:pt>
          <cx:pt idx="1678">No</cx:pt>
          <cx:pt idx="1679">No</cx:pt>
          <cx:pt idx="1680">No</cx:pt>
          <cx:pt idx="1681">No</cx:pt>
          <cx:pt idx="1682">No</cx:pt>
          <cx:pt idx="1683">No</cx:pt>
          <cx:pt idx="1684">No</cx:pt>
          <cx:pt idx="1685">No</cx:pt>
          <cx:pt idx="1686">Yes</cx:pt>
          <cx:pt idx="1687">No</cx:pt>
          <cx:pt idx="1688">No</cx:pt>
          <cx:pt idx="1689">No</cx:pt>
          <cx:pt idx="1690">No</cx:pt>
          <cx:pt idx="1691">No</cx:pt>
          <cx:pt idx="1692">No</cx:pt>
          <cx:pt idx="1693">No</cx:pt>
          <cx:pt idx="1694">Yes</cx:pt>
          <cx:pt idx="1695">No</cx:pt>
          <cx:pt idx="1696">Yes</cx:pt>
          <cx:pt idx="1697">No</cx:pt>
          <cx:pt idx="1698">No</cx:pt>
          <cx:pt idx="1699">No</cx:pt>
          <cx:pt idx="1700">No</cx:pt>
          <cx:pt idx="1701">Yes</cx:pt>
          <cx:pt idx="1702">Yes</cx:pt>
          <cx:pt idx="1703">No</cx:pt>
          <cx:pt idx="1704">Yes</cx:pt>
          <cx:pt idx="1705">No</cx:pt>
          <cx:pt idx="1706">No</cx:pt>
          <cx:pt idx="1707">No</cx:pt>
          <cx:pt idx="1708">Yes</cx:pt>
          <cx:pt idx="1709">No</cx:pt>
          <cx:pt idx="1710">No</cx:pt>
          <cx:pt idx="1711">No</cx:pt>
          <cx:pt idx="1712">No</cx:pt>
          <cx:pt idx="1713">No</cx:pt>
          <cx:pt idx="1714">No</cx:pt>
          <cx:pt idx="1715">No</cx:pt>
          <cx:pt idx="1716">No</cx:pt>
          <cx:pt idx="1717">No</cx:pt>
          <cx:pt idx="1718">No</cx:pt>
          <cx:pt idx="1719">No</cx:pt>
          <cx:pt idx="1720">No</cx:pt>
          <cx:pt idx="1721">Yes</cx:pt>
          <cx:pt idx="1722">No</cx:pt>
          <cx:pt idx="1723">No</cx:pt>
          <cx:pt idx="1724">No</cx:pt>
          <cx:pt idx="1725">No</cx:pt>
          <cx:pt idx="1726">No</cx:pt>
          <cx:pt idx="1727">No</cx:pt>
          <cx:pt idx="1728">No</cx:pt>
          <cx:pt idx="1729">No</cx:pt>
          <cx:pt idx="1730">Yes</cx:pt>
          <cx:pt idx="1731">Yes</cx:pt>
          <cx:pt idx="1732">No</cx:pt>
          <cx:pt idx="1733">No</cx:pt>
          <cx:pt idx="1734">Yes</cx:pt>
          <cx:pt idx="1735">No</cx:pt>
          <cx:pt idx="1736">Yes</cx:pt>
          <cx:pt idx="1737">No</cx:pt>
          <cx:pt idx="1738">No</cx:pt>
          <cx:pt idx="1739">Yes</cx:pt>
          <cx:pt idx="1740">No</cx:pt>
          <cx:pt idx="1741">No</cx:pt>
          <cx:pt idx="1742">Yes</cx:pt>
          <cx:pt idx="1743">No</cx:pt>
          <cx:pt idx="1744">No</cx:pt>
          <cx:pt idx="1745">No</cx:pt>
          <cx:pt idx="1746">No</cx:pt>
          <cx:pt idx="1747">Yes</cx:pt>
          <cx:pt idx="1748">No</cx:pt>
          <cx:pt idx="1749">No</cx:pt>
          <cx:pt idx="1750">No</cx:pt>
          <cx:pt idx="1751">Yes</cx:pt>
          <cx:pt idx="1752">No</cx:pt>
          <cx:pt idx="1753">No</cx:pt>
          <cx:pt idx="1754">No</cx:pt>
          <cx:pt idx="1755">No</cx:pt>
          <cx:pt idx="1756">No</cx:pt>
          <cx:pt idx="1757">No</cx:pt>
          <cx:pt idx="1758">No</cx:pt>
          <cx:pt idx="1759">No</cx:pt>
          <cx:pt idx="1760">No</cx:pt>
          <cx:pt idx="1761">No</cx:pt>
          <cx:pt idx="1762">No</cx:pt>
          <cx:pt idx="1763">No</cx:pt>
          <cx:pt idx="1764">No</cx:pt>
          <cx:pt idx="1765">No</cx:pt>
          <cx:pt idx="1766">No</cx:pt>
          <cx:pt idx="1767">No</cx:pt>
          <cx:pt idx="1768">No</cx:pt>
          <cx:pt idx="1769">No</cx:pt>
          <cx:pt idx="1770">Yes</cx:pt>
          <cx:pt idx="1771">Yes</cx:pt>
          <cx:pt idx="1772">Yes</cx:pt>
          <cx:pt idx="1773">No</cx:pt>
          <cx:pt idx="1774">No</cx:pt>
          <cx:pt idx="1775">No</cx:pt>
          <cx:pt idx="1776">No</cx:pt>
          <cx:pt idx="1777">No</cx:pt>
          <cx:pt idx="1778">No</cx:pt>
          <cx:pt idx="1779">No</cx:pt>
          <cx:pt idx="1780">Yes</cx:pt>
          <cx:pt idx="1781">No</cx:pt>
          <cx:pt idx="1782">No</cx:pt>
          <cx:pt idx="1783">Yes</cx:pt>
          <cx:pt idx="1784">Yes</cx:pt>
          <cx:pt idx="1785">No</cx:pt>
          <cx:pt idx="1786">Yes</cx:pt>
          <cx:pt idx="1787">No</cx:pt>
          <cx:pt idx="1788">No</cx:pt>
          <cx:pt idx="1789">No</cx:pt>
          <cx:pt idx="1790">Yes</cx:pt>
          <cx:pt idx="1791">No</cx:pt>
          <cx:pt idx="1792">No</cx:pt>
          <cx:pt idx="1793">No</cx:pt>
          <cx:pt idx="1794">No</cx:pt>
          <cx:pt idx="1795">Yes</cx:pt>
          <cx:pt idx="1796">No</cx:pt>
          <cx:pt idx="1797">No</cx:pt>
          <cx:pt idx="1798">No</cx:pt>
          <cx:pt idx="1799">Yes</cx:pt>
          <cx:pt idx="1800">No</cx:pt>
          <cx:pt idx="1801">No</cx:pt>
          <cx:pt idx="1802">No</cx:pt>
          <cx:pt idx="1803">No</cx:pt>
          <cx:pt idx="1804">No</cx:pt>
          <cx:pt idx="1805">No</cx:pt>
          <cx:pt idx="1806">No</cx:pt>
          <cx:pt idx="1807">Yes</cx:pt>
          <cx:pt idx="1808">Yes</cx:pt>
          <cx:pt idx="1809">Yes</cx:pt>
          <cx:pt idx="1810">No</cx:pt>
          <cx:pt idx="1811">No</cx:pt>
          <cx:pt idx="1812">No</cx:pt>
          <cx:pt idx="1813">No</cx:pt>
          <cx:pt idx="1814">No</cx:pt>
          <cx:pt idx="1815">No</cx:pt>
          <cx:pt idx="1816">No</cx:pt>
          <cx:pt idx="1817">No</cx:pt>
          <cx:pt idx="1818">No</cx:pt>
          <cx:pt idx="1819">No</cx:pt>
          <cx:pt idx="1820">No</cx:pt>
          <cx:pt idx="1821">Yes</cx:pt>
          <cx:pt idx="1822">Yes</cx:pt>
          <cx:pt idx="1823">Yes</cx:pt>
          <cx:pt idx="1824">No</cx:pt>
          <cx:pt idx="1825">No</cx:pt>
          <cx:pt idx="1826">No</cx:pt>
          <cx:pt idx="1827">No</cx:pt>
          <cx:pt idx="1828">No</cx:pt>
          <cx:pt idx="1829">No</cx:pt>
          <cx:pt idx="1830">No</cx:pt>
          <cx:pt idx="1831">No</cx:pt>
          <cx:pt idx="1832">Yes</cx:pt>
          <cx:pt idx="1833">No</cx:pt>
          <cx:pt idx="1834">Yes</cx:pt>
          <cx:pt idx="1835">No</cx:pt>
          <cx:pt idx="1836">Yes</cx:pt>
          <cx:pt idx="1837">Yes</cx:pt>
          <cx:pt idx="1838">No</cx:pt>
          <cx:pt idx="1839">No</cx:pt>
          <cx:pt idx="1840">Yes</cx:pt>
          <cx:pt idx="1841">No</cx:pt>
          <cx:pt idx="1842">No</cx:pt>
          <cx:pt idx="1843">No</cx:pt>
          <cx:pt idx="1844">No</cx:pt>
          <cx:pt idx="1845">No</cx:pt>
          <cx:pt idx="1846">No</cx:pt>
          <cx:pt idx="1847">No</cx:pt>
          <cx:pt idx="1848">No</cx:pt>
          <cx:pt idx="1849">Yes</cx:pt>
          <cx:pt idx="1850">No</cx:pt>
          <cx:pt idx="1851">Yes</cx:pt>
          <cx:pt idx="1852">Yes</cx:pt>
          <cx:pt idx="1853">Yes</cx:pt>
          <cx:pt idx="1854">Yes</cx:pt>
          <cx:pt idx="1855">No</cx:pt>
          <cx:pt idx="1856">Yes</cx:pt>
          <cx:pt idx="1857">No</cx:pt>
          <cx:pt idx="1858">Yes</cx:pt>
          <cx:pt idx="1859">Yes</cx:pt>
          <cx:pt idx="1860">No</cx:pt>
          <cx:pt idx="1861">Yes</cx:pt>
          <cx:pt idx="1862">No</cx:pt>
          <cx:pt idx="1863">No</cx:pt>
          <cx:pt idx="1864">No</cx:pt>
          <cx:pt idx="1865">No</cx:pt>
          <cx:pt idx="1866">No</cx:pt>
          <cx:pt idx="1867">Yes</cx:pt>
          <cx:pt idx="1868">No</cx:pt>
          <cx:pt idx="1869">No</cx:pt>
          <cx:pt idx="1870">No</cx:pt>
          <cx:pt idx="1871">No</cx:pt>
          <cx:pt idx="1872">No</cx:pt>
          <cx:pt idx="1873">No</cx:pt>
          <cx:pt idx="1874">No</cx:pt>
          <cx:pt idx="1875">No</cx:pt>
          <cx:pt idx="1876">No</cx:pt>
          <cx:pt idx="1877">No</cx:pt>
          <cx:pt idx="1878">No</cx:pt>
          <cx:pt idx="1879">Yes</cx:pt>
          <cx:pt idx="1880">Yes</cx:pt>
          <cx:pt idx="1881">No</cx:pt>
          <cx:pt idx="1882">No</cx:pt>
          <cx:pt idx="1883">Yes</cx:pt>
          <cx:pt idx="1884">No</cx:pt>
          <cx:pt idx="1885">No</cx:pt>
          <cx:pt idx="1886">No</cx:pt>
          <cx:pt idx="1887">Yes</cx:pt>
          <cx:pt idx="1888">No</cx:pt>
          <cx:pt idx="1889">No</cx:pt>
          <cx:pt idx="1890">Yes</cx:pt>
          <cx:pt idx="1891">Yes</cx:pt>
          <cx:pt idx="1892">No</cx:pt>
          <cx:pt idx="1893">No</cx:pt>
          <cx:pt idx="1894">No</cx:pt>
          <cx:pt idx="1895">No</cx:pt>
          <cx:pt idx="1896">No</cx:pt>
          <cx:pt idx="1897">Yes</cx:pt>
          <cx:pt idx="1898">Yes</cx:pt>
          <cx:pt idx="1899">No</cx:pt>
          <cx:pt idx="1900">No</cx:pt>
          <cx:pt idx="1901">No</cx:pt>
          <cx:pt idx="1902">No</cx:pt>
          <cx:pt idx="1903">No</cx:pt>
          <cx:pt idx="1904">Yes</cx:pt>
          <cx:pt idx="1905">No</cx:pt>
          <cx:pt idx="1906">No</cx:pt>
          <cx:pt idx="1907">No</cx:pt>
          <cx:pt idx="1908">No</cx:pt>
          <cx:pt idx="1909">No</cx:pt>
          <cx:pt idx="1910">No</cx:pt>
          <cx:pt idx="1911">No</cx:pt>
          <cx:pt idx="1912">No</cx:pt>
          <cx:pt idx="1913">No</cx:pt>
          <cx:pt idx="1914">No</cx:pt>
          <cx:pt idx="1915">No</cx:pt>
          <cx:pt idx="1916">Yes</cx:pt>
          <cx:pt idx="1917">No</cx:pt>
          <cx:pt idx="1918">No</cx:pt>
          <cx:pt idx="1919">Yes</cx:pt>
          <cx:pt idx="1920">No</cx:pt>
          <cx:pt idx="1921">No</cx:pt>
          <cx:pt idx="1922">No</cx:pt>
          <cx:pt idx="1923">No</cx:pt>
          <cx:pt idx="1924">No</cx:pt>
          <cx:pt idx="1925">No</cx:pt>
          <cx:pt idx="1926">Yes</cx:pt>
          <cx:pt idx="1927">Yes</cx:pt>
          <cx:pt idx="1928">Yes</cx:pt>
          <cx:pt idx="1929">No</cx:pt>
          <cx:pt idx="1930">No</cx:pt>
          <cx:pt idx="1931">No</cx:pt>
          <cx:pt idx="1932">No</cx:pt>
          <cx:pt idx="1933">No</cx:pt>
          <cx:pt idx="1934">Yes</cx:pt>
          <cx:pt idx="1935">No</cx:pt>
          <cx:pt idx="1936">No</cx:pt>
          <cx:pt idx="1937">No</cx:pt>
          <cx:pt idx="1938">No</cx:pt>
          <cx:pt idx="1939">No</cx:pt>
          <cx:pt idx="1940">No</cx:pt>
          <cx:pt idx="1941">No</cx:pt>
          <cx:pt idx="1942">No</cx:pt>
          <cx:pt idx="1943">No</cx:pt>
          <cx:pt idx="1944">Yes</cx:pt>
          <cx:pt idx="1945">No</cx:pt>
          <cx:pt idx="1946">No</cx:pt>
          <cx:pt idx="1947">No</cx:pt>
          <cx:pt idx="1948">Yes</cx:pt>
          <cx:pt idx="1949">No</cx:pt>
          <cx:pt idx="1950">Yes</cx:pt>
          <cx:pt idx="1951">No</cx:pt>
          <cx:pt idx="1952">No</cx:pt>
          <cx:pt idx="1953">Yes</cx:pt>
          <cx:pt idx="1954">Yes</cx:pt>
          <cx:pt idx="1955">No</cx:pt>
          <cx:pt idx="1956">No</cx:pt>
          <cx:pt idx="1957">No</cx:pt>
          <cx:pt idx="1958">No</cx:pt>
          <cx:pt idx="1959">No</cx:pt>
          <cx:pt idx="1960">No</cx:pt>
          <cx:pt idx="1961">No</cx:pt>
          <cx:pt idx="1962">No</cx:pt>
          <cx:pt idx="1963">No</cx:pt>
          <cx:pt idx="1964">No</cx:pt>
          <cx:pt idx="1965">Yes</cx:pt>
          <cx:pt idx="1966">No</cx:pt>
          <cx:pt idx="1967">Yes</cx:pt>
          <cx:pt idx="1968">No</cx:pt>
          <cx:pt idx="1969">No</cx:pt>
          <cx:pt idx="1970">Yes</cx:pt>
          <cx:pt idx="1971">No</cx:pt>
          <cx:pt idx="1972">No</cx:pt>
          <cx:pt idx="1973">No</cx:pt>
          <cx:pt idx="1974">Yes</cx:pt>
          <cx:pt idx="1975">No</cx:pt>
          <cx:pt idx="1976">Yes</cx:pt>
          <cx:pt idx="1977">No</cx:pt>
          <cx:pt idx="1978">No</cx:pt>
          <cx:pt idx="1979">No</cx:pt>
          <cx:pt idx="1980">No</cx:pt>
          <cx:pt idx="1981">Yes</cx:pt>
          <cx:pt idx="1982">No</cx:pt>
          <cx:pt idx="1983">No</cx:pt>
          <cx:pt idx="1984">Yes</cx:pt>
          <cx:pt idx="1985">Yes</cx:pt>
          <cx:pt idx="1986">No</cx:pt>
          <cx:pt idx="1987">Yes</cx:pt>
          <cx:pt idx="1988">Yes</cx:pt>
          <cx:pt idx="1989">No</cx:pt>
          <cx:pt idx="1990">Yes</cx:pt>
          <cx:pt idx="1991">No</cx:pt>
          <cx:pt idx="1992">No</cx:pt>
          <cx:pt idx="1993">Yes</cx:pt>
          <cx:pt idx="1994">No</cx:pt>
          <cx:pt idx="1995">Yes</cx:pt>
          <cx:pt idx="1996">No</cx:pt>
          <cx:pt idx="1997">No</cx:pt>
          <cx:pt idx="1998">Yes</cx:pt>
          <cx:pt idx="1999">Yes</cx:pt>
          <cx:pt idx="2000">No</cx:pt>
          <cx:pt idx="2001">No</cx:pt>
          <cx:pt idx="2002">No</cx:pt>
          <cx:pt idx="2003">Yes</cx:pt>
          <cx:pt idx="2004">Yes</cx:pt>
          <cx:pt idx="2005">Yes</cx:pt>
          <cx:pt idx="2006">Yes</cx:pt>
          <cx:pt idx="2007">Yes</cx:pt>
          <cx:pt idx="2008">Yes</cx:pt>
          <cx:pt idx="2009">No</cx:pt>
          <cx:pt idx="2010">Yes</cx:pt>
          <cx:pt idx="2011">No</cx:pt>
          <cx:pt idx="2012">Yes</cx:pt>
          <cx:pt idx="2013">No</cx:pt>
          <cx:pt idx="2014">No</cx:pt>
          <cx:pt idx="2015">No</cx:pt>
          <cx:pt idx="2016">Yes</cx:pt>
          <cx:pt idx="2017">No</cx:pt>
          <cx:pt idx="2018">Yes</cx:pt>
          <cx:pt idx="2019">Yes</cx:pt>
          <cx:pt idx="2020">No</cx:pt>
          <cx:pt idx="2021">No</cx:pt>
          <cx:pt idx="2022">No</cx:pt>
          <cx:pt idx="2023">Yes</cx:pt>
          <cx:pt idx="2024">No</cx:pt>
          <cx:pt idx="2025">No</cx:pt>
          <cx:pt idx="2026">No</cx:pt>
          <cx:pt idx="2027">No</cx:pt>
          <cx:pt idx="2028">No</cx:pt>
          <cx:pt idx="2029">Yes</cx:pt>
          <cx:pt idx="2030">No</cx:pt>
          <cx:pt idx="2031">No</cx:pt>
          <cx:pt idx="2032">Yes</cx:pt>
          <cx:pt idx="2033">Yes</cx:pt>
          <cx:pt idx="2034">No</cx:pt>
          <cx:pt idx="2035">No</cx:pt>
          <cx:pt idx="2036">No</cx:pt>
          <cx:pt idx="2037">No</cx:pt>
          <cx:pt idx="2038">Yes</cx:pt>
          <cx:pt idx="2039">Yes</cx:pt>
          <cx:pt idx="2040">No</cx:pt>
          <cx:pt idx="2041">No</cx:pt>
          <cx:pt idx="2042">No</cx:pt>
          <cx:pt idx="2043">No</cx:pt>
          <cx:pt idx="2044">No</cx:pt>
          <cx:pt idx="2045">No</cx:pt>
          <cx:pt idx="2046">No</cx:pt>
          <cx:pt idx="2047">No</cx:pt>
          <cx:pt idx="2048">Yes</cx:pt>
          <cx:pt idx="2049">No</cx:pt>
          <cx:pt idx="2050">No</cx:pt>
          <cx:pt idx="2051">No</cx:pt>
          <cx:pt idx="2052">No</cx:pt>
          <cx:pt idx="2053">Yes</cx:pt>
          <cx:pt idx="2054">Yes</cx:pt>
          <cx:pt idx="2055">No</cx:pt>
          <cx:pt idx="2056">No</cx:pt>
          <cx:pt idx="2057">Yes</cx:pt>
          <cx:pt idx="2058">No</cx:pt>
          <cx:pt idx="2059">No</cx:pt>
          <cx:pt idx="2060">No</cx:pt>
          <cx:pt idx="2061">Yes</cx:pt>
          <cx:pt idx="2062">No</cx:pt>
          <cx:pt idx="2063">No</cx:pt>
          <cx:pt idx="2064">No</cx:pt>
          <cx:pt idx="2065">No</cx:pt>
          <cx:pt idx="2066">No</cx:pt>
          <cx:pt idx="2067">No</cx:pt>
          <cx:pt idx="2068">No</cx:pt>
          <cx:pt idx="2069">Yes</cx:pt>
          <cx:pt idx="2070">Yes</cx:pt>
          <cx:pt idx="2071">No</cx:pt>
          <cx:pt idx="2072">No</cx:pt>
          <cx:pt idx="2073">No</cx:pt>
          <cx:pt idx="2074">Yes</cx:pt>
          <cx:pt idx="2075">No</cx:pt>
          <cx:pt idx="2076">No</cx:pt>
          <cx:pt idx="2077">Yes</cx:pt>
          <cx:pt idx="2078">No</cx:pt>
          <cx:pt idx="2079">No</cx:pt>
          <cx:pt idx="2080">No</cx:pt>
          <cx:pt idx="2081">No</cx:pt>
          <cx:pt idx="2082">No</cx:pt>
          <cx:pt idx="2083">Yes</cx:pt>
          <cx:pt idx="2084">Yes</cx:pt>
          <cx:pt idx="2085">Yes</cx:pt>
          <cx:pt idx="2086">Yes</cx:pt>
          <cx:pt idx="2087">Yes</cx:pt>
          <cx:pt idx="2088">No</cx:pt>
          <cx:pt idx="2089">No</cx:pt>
          <cx:pt idx="2090">No</cx:pt>
          <cx:pt idx="2091">No</cx:pt>
          <cx:pt idx="2092">No</cx:pt>
          <cx:pt idx="2093">No</cx:pt>
          <cx:pt idx="2094">No</cx:pt>
          <cx:pt idx="2095">Yes</cx:pt>
          <cx:pt idx="2096">Yes</cx:pt>
          <cx:pt idx="2097">No</cx:pt>
          <cx:pt idx="2098">No</cx:pt>
          <cx:pt idx="2099">No</cx:pt>
          <cx:pt idx="2100">No</cx:pt>
          <cx:pt idx="2101">Yes</cx:pt>
          <cx:pt idx="2102">No</cx:pt>
          <cx:pt idx="2103">No</cx:pt>
          <cx:pt idx="2104">Yes</cx:pt>
          <cx:pt idx="2105">Yes</cx:pt>
          <cx:pt idx="2106">No</cx:pt>
          <cx:pt idx="2107">No</cx:pt>
          <cx:pt idx="2108">No</cx:pt>
          <cx:pt idx="2109">No</cx:pt>
          <cx:pt idx="2110">No</cx:pt>
          <cx:pt idx="2111">No</cx:pt>
          <cx:pt idx="2112">No</cx:pt>
          <cx:pt idx="2113">No</cx:pt>
          <cx:pt idx="2114">No</cx:pt>
          <cx:pt idx="2115">No</cx:pt>
          <cx:pt idx="2116">Yes</cx:pt>
          <cx:pt idx="2117">No</cx:pt>
          <cx:pt idx="2118">No</cx:pt>
          <cx:pt idx="2119">No</cx:pt>
          <cx:pt idx="2120">No</cx:pt>
          <cx:pt idx="2121">No</cx:pt>
          <cx:pt idx="2122">No</cx:pt>
          <cx:pt idx="2123">No</cx:pt>
          <cx:pt idx="2124">Yes</cx:pt>
          <cx:pt idx="2125">No</cx:pt>
          <cx:pt idx="2126">No</cx:pt>
          <cx:pt idx="2127">Yes</cx:pt>
          <cx:pt idx="2128">No</cx:pt>
          <cx:pt idx="2129">Yes</cx:pt>
          <cx:pt idx="2130">Yes</cx:pt>
          <cx:pt idx="2131">No</cx:pt>
          <cx:pt idx="2132">No</cx:pt>
          <cx:pt idx="2133">Yes</cx:pt>
          <cx:pt idx="2134">No</cx:pt>
          <cx:pt idx="2135">No</cx:pt>
          <cx:pt idx="2136">No</cx:pt>
          <cx:pt idx="2137">No</cx:pt>
          <cx:pt idx="2138">No</cx:pt>
          <cx:pt idx="2139">No</cx:pt>
          <cx:pt idx="2140">Yes</cx:pt>
          <cx:pt idx="2141">No</cx:pt>
          <cx:pt idx="2142">No</cx:pt>
          <cx:pt idx="2143">No</cx:pt>
          <cx:pt idx="2144">No</cx:pt>
          <cx:pt idx="2145">No</cx:pt>
          <cx:pt idx="2146">No</cx:pt>
          <cx:pt idx="2147">No</cx:pt>
          <cx:pt idx="2148">No</cx:pt>
          <cx:pt idx="2149">No</cx:pt>
          <cx:pt idx="2150">No</cx:pt>
          <cx:pt idx="2151">No</cx:pt>
          <cx:pt idx="2152">No</cx:pt>
          <cx:pt idx="2153">No</cx:pt>
          <cx:pt idx="2154">No</cx:pt>
          <cx:pt idx="2155">Yes</cx:pt>
          <cx:pt idx="2156">Yes</cx:pt>
          <cx:pt idx="2157">No</cx:pt>
          <cx:pt idx="2158">No</cx:pt>
          <cx:pt idx="2159">No</cx:pt>
          <cx:pt idx="2160">No</cx:pt>
          <cx:pt idx="2161">Yes</cx:pt>
          <cx:pt idx="2162">No</cx:pt>
          <cx:pt idx="2163">Yes</cx:pt>
          <cx:pt idx="2164">No</cx:pt>
          <cx:pt idx="2165">No</cx:pt>
          <cx:pt idx="2166">No</cx:pt>
          <cx:pt idx="2167">Yes</cx:pt>
          <cx:pt idx="2168">Yes</cx:pt>
          <cx:pt idx="2169">No</cx:pt>
          <cx:pt idx="2170">No</cx:pt>
          <cx:pt idx="2171">No</cx:pt>
          <cx:pt idx="2172">No</cx:pt>
          <cx:pt idx="2173">No</cx:pt>
          <cx:pt idx="2174">No</cx:pt>
          <cx:pt idx="2175">Yes</cx:pt>
          <cx:pt idx="2176">No</cx:pt>
          <cx:pt idx="2177">No</cx:pt>
          <cx:pt idx="2178">No</cx:pt>
          <cx:pt idx="2179">No</cx:pt>
          <cx:pt idx="2180">No</cx:pt>
          <cx:pt idx="2181">No</cx:pt>
          <cx:pt idx="2182">No</cx:pt>
          <cx:pt idx="2183">No</cx:pt>
          <cx:pt idx="2184">Yes</cx:pt>
          <cx:pt idx="2185">Yes</cx:pt>
          <cx:pt idx="2186">No</cx:pt>
          <cx:pt idx="2187">No</cx:pt>
          <cx:pt idx="2188">No</cx:pt>
          <cx:pt idx="2189">No</cx:pt>
          <cx:pt idx="2190">No</cx:pt>
          <cx:pt idx="2191">Yes</cx:pt>
          <cx:pt idx="2192">No</cx:pt>
          <cx:pt idx="2193">No</cx:pt>
          <cx:pt idx="2194">Yes</cx:pt>
          <cx:pt idx="2195">No</cx:pt>
          <cx:pt idx="2196">No</cx:pt>
          <cx:pt idx="2197">No</cx:pt>
          <cx:pt idx="2198">No</cx:pt>
          <cx:pt idx="2199">No</cx:pt>
          <cx:pt idx="2200">No</cx:pt>
          <cx:pt idx="2201">No</cx:pt>
          <cx:pt idx="2202">Yes</cx:pt>
          <cx:pt idx="2203">No</cx:pt>
          <cx:pt idx="2204">Yes</cx:pt>
          <cx:pt idx="2205">No</cx:pt>
          <cx:pt idx="2206">Yes</cx:pt>
          <cx:pt idx="2207">Yes</cx:pt>
          <cx:pt idx="2208">Yes</cx:pt>
          <cx:pt idx="2209">No</cx:pt>
          <cx:pt idx="2210">No</cx:pt>
          <cx:pt idx="2211">No</cx:pt>
          <cx:pt idx="2212">No</cx:pt>
          <cx:pt idx="2213">No</cx:pt>
          <cx:pt idx="2214">Yes</cx:pt>
          <cx:pt idx="2215">No</cx:pt>
          <cx:pt idx="2216">No</cx:pt>
          <cx:pt idx="2217">No</cx:pt>
          <cx:pt idx="2218">No</cx:pt>
          <cx:pt idx="2219">No</cx:pt>
          <cx:pt idx="2220">No</cx:pt>
          <cx:pt idx="2221">No</cx:pt>
          <cx:pt idx="2222">No</cx:pt>
          <cx:pt idx="2223">Yes</cx:pt>
          <cx:pt idx="2224">Yes</cx:pt>
          <cx:pt idx="2225">No</cx:pt>
          <cx:pt idx="2226">No</cx:pt>
          <cx:pt idx="2227">No</cx:pt>
          <cx:pt idx="2228">No</cx:pt>
          <cx:pt idx="2229">No</cx:pt>
          <cx:pt idx="2230">No</cx:pt>
          <cx:pt idx="2231">Yes</cx:pt>
          <cx:pt idx="2232">No</cx:pt>
          <cx:pt idx="2233">No</cx:pt>
          <cx:pt idx="2234">No</cx:pt>
          <cx:pt idx="2235">No</cx:pt>
          <cx:pt idx="2236">No</cx:pt>
          <cx:pt idx="2237">No</cx:pt>
          <cx:pt idx="2238">No</cx:pt>
          <cx:pt idx="2239">No</cx:pt>
          <cx:pt idx="2240">No</cx:pt>
          <cx:pt idx="2241">No</cx:pt>
          <cx:pt idx="2242">No</cx:pt>
          <cx:pt idx="2243">No</cx:pt>
          <cx:pt idx="2244">Yes</cx:pt>
          <cx:pt idx="2245">No</cx:pt>
          <cx:pt idx="2246">Yes</cx:pt>
          <cx:pt idx="2247">No</cx:pt>
          <cx:pt idx="2248">No</cx:pt>
          <cx:pt idx="2249">No</cx:pt>
          <cx:pt idx="2250">No</cx:pt>
          <cx:pt idx="2251">No</cx:pt>
          <cx:pt idx="2252">No</cx:pt>
          <cx:pt idx="2253">No</cx:pt>
          <cx:pt idx="2254">No</cx:pt>
          <cx:pt idx="2255">No</cx:pt>
          <cx:pt idx="2256">No</cx:pt>
          <cx:pt idx="2257">No</cx:pt>
          <cx:pt idx="2258">No</cx:pt>
          <cx:pt idx="2259">No</cx:pt>
          <cx:pt idx="2260">Yes</cx:pt>
          <cx:pt idx="2261">No</cx:pt>
          <cx:pt idx="2262">Yes</cx:pt>
          <cx:pt idx="2263">Yes</cx:pt>
          <cx:pt idx="2264">No</cx:pt>
          <cx:pt idx="2265">Yes</cx:pt>
          <cx:pt idx="2266">No</cx:pt>
          <cx:pt idx="2267">No</cx:pt>
          <cx:pt idx="2268">No</cx:pt>
          <cx:pt idx="2269">Yes</cx:pt>
          <cx:pt idx="2270">Yes</cx:pt>
          <cx:pt idx="2271">No</cx:pt>
          <cx:pt idx="2272">No</cx:pt>
          <cx:pt idx="2273">No</cx:pt>
          <cx:pt idx="2274">Yes</cx:pt>
          <cx:pt idx="2275">Yes</cx:pt>
          <cx:pt idx="2276">No</cx:pt>
          <cx:pt idx="2277">Yes</cx:pt>
          <cx:pt idx="2278">No</cx:pt>
          <cx:pt idx="2279">No</cx:pt>
          <cx:pt idx="2280">No</cx:pt>
          <cx:pt idx="2281">Yes</cx:pt>
          <cx:pt idx="2282">Yes</cx:pt>
          <cx:pt idx="2283">Yes</cx:pt>
          <cx:pt idx="2284">No</cx:pt>
          <cx:pt idx="2285">Yes</cx:pt>
          <cx:pt idx="2286">No</cx:pt>
          <cx:pt idx="2287">Yes</cx:pt>
          <cx:pt idx="2288">No</cx:pt>
          <cx:pt idx="2289">No</cx:pt>
          <cx:pt idx="2290">Yes</cx:pt>
          <cx:pt idx="2291">Yes</cx:pt>
          <cx:pt idx="2292">No</cx:pt>
          <cx:pt idx="2293">No</cx:pt>
          <cx:pt idx="2294">Yes</cx:pt>
          <cx:pt idx="2295">Yes</cx:pt>
          <cx:pt idx="2296">No</cx:pt>
          <cx:pt idx="2297">Yes</cx:pt>
          <cx:pt idx="2298">No</cx:pt>
          <cx:pt idx="2299">No</cx:pt>
          <cx:pt idx="2300">Yes</cx:pt>
          <cx:pt idx="2301">No</cx:pt>
          <cx:pt idx="2302">No</cx:pt>
          <cx:pt idx="2303">Yes</cx:pt>
          <cx:pt idx="2304">No</cx:pt>
          <cx:pt idx="2305">No</cx:pt>
          <cx:pt idx="2306">No</cx:pt>
          <cx:pt idx="2307">No</cx:pt>
          <cx:pt idx="2308">No</cx:pt>
          <cx:pt idx="2309">No</cx:pt>
          <cx:pt idx="2310">No</cx:pt>
          <cx:pt idx="2311">No</cx:pt>
          <cx:pt idx="2312">No</cx:pt>
          <cx:pt idx="2313">No</cx:pt>
          <cx:pt idx="2314">No</cx:pt>
          <cx:pt idx="2315">No</cx:pt>
          <cx:pt idx="2316">No</cx:pt>
          <cx:pt idx="2317">No</cx:pt>
          <cx:pt idx="2318">No</cx:pt>
          <cx:pt idx="2319">No</cx:pt>
          <cx:pt idx="2320">No</cx:pt>
          <cx:pt idx="2321">No</cx:pt>
          <cx:pt idx="2322">No</cx:pt>
          <cx:pt idx="2323">Yes</cx:pt>
          <cx:pt idx="2324">Yes</cx:pt>
          <cx:pt idx="2325">No</cx:pt>
          <cx:pt idx="2326">No</cx:pt>
          <cx:pt idx="2327">No</cx:pt>
          <cx:pt idx="2328">No</cx:pt>
          <cx:pt idx="2329">No</cx:pt>
          <cx:pt idx="2330">No</cx:pt>
          <cx:pt idx="2331">No</cx:pt>
          <cx:pt idx="2332">No</cx:pt>
          <cx:pt idx="2333">No</cx:pt>
          <cx:pt idx="2334">No</cx:pt>
          <cx:pt idx="2335">No</cx:pt>
          <cx:pt idx="2336">Yes</cx:pt>
          <cx:pt idx="2337">Yes</cx:pt>
          <cx:pt idx="2338">No</cx:pt>
          <cx:pt idx="2339">Yes</cx:pt>
          <cx:pt idx="2340">No</cx:pt>
          <cx:pt idx="2341">No</cx:pt>
          <cx:pt idx="2342">No</cx:pt>
          <cx:pt idx="2343">No</cx:pt>
          <cx:pt idx="2344">No</cx:pt>
          <cx:pt idx="2345">No</cx:pt>
          <cx:pt idx="2346">No</cx:pt>
          <cx:pt idx="2347">No</cx:pt>
          <cx:pt idx="2348">No</cx:pt>
          <cx:pt idx="2349">No</cx:pt>
          <cx:pt idx="2350">No</cx:pt>
          <cx:pt idx="2351">No</cx:pt>
          <cx:pt idx="2352">No</cx:pt>
          <cx:pt idx="2353">No</cx:pt>
          <cx:pt idx="2354">No</cx:pt>
          <cx:pt idx="2355">No</cx:pt>
          <cx:pt idx="2356">No</cx:pt>
          <cx:pt idx="2357">No</cx:pt>
          <cx:pt idx="2358">No</cx:pt>
          <cx:pt idx="2359">No</cx:pt>
          <cx:pt idx="2360">No</cx:pt>
          <cx:pt idx="2361">Yes</cx:pt>
          <cx:pt idx="2362">No</cx:pt>
          <cx:pt idx="2363">No</cx:pt>
          <cx:pt idx="2364">No</cx:pt>
          <cx:pt idx="2365">No</cx:pt>
          <cx:pt idx="2366">Yes</cx:pt>
          <cx:pt idx="2367">Yes</cx:pt>
          <cx:pt idx="2368">No</cx:pt>
          <cx:pt idx="2369">No</cx:pt>
          <cx:pt idx="2370">No</cx:pt>
          <cx:pt idx="2371">No</cx:pt>
          <cx:pt idx="2372">No</cx:pt>
          <cx:pt idx="2373">No</cx:pt>
          <cx:pt idx="2374">No</cx:pt>
          <cx:pt idx="2375">No</cx:pt>
          <cx:pt idx="2376">No</cx:pt>
          <cx:pt idx="2377">No</cx:pt>
          <cx:pt idx="2378">Yes</cx:pt>
          <cx:pt idx="2379">Yes</cx:pt>
          <cx:pt idx="2380">No</cx:pt>
          <cx:pt idx="2381">No</cx:pt>
          <cx:pt idx="2382">No</cx:pt>
          <cx:pt idx="2383">No</cx:pt>
          <cx:pt idx="2384">No</cx:pt>
          <cx:pt idx="2385">No</cx:pt>
          <cx:pt idx="2386">No</cx:pt>
          <cx:pt idx="2387">No</cx:pt>
          <cx:pt idx="2388">No</cx:pt>
          <cx:pt idx="2389">No</cx:pt>
          <cx:pt idx="2390">No</cx:pt>
          <cx:pt idx="2391">No</cx:pt>
          <cx:pt idx="2392">No</cx:pt>
          <cx:pt idx="2393">Yes</cx:pt>
          <cx:pt idx="2394">No</cx:pt>
          <cx:pt idx="2395">No</cx:pt>
          <cx:pt idx="2396">No</cx:pt>
          <cx:pt idx="2397">Yes</cx:pt>
          <cx:pt idx="2398">No</cx:pt>
          <cx:pt idx="2399">No</cx:pt>
          <cx:pt idx="2400">No</cx:pt>
          <cx:pt idx="2401">No</cx:pt>
          <cx:pt idx="2402">No</cx:pt>
          <cx:pt idx="2403">No</cx:pt>
          <cx:pt idx="2404">No</cx:pt>
          <cx:pt idx="2405">Yes</cx:pt>
          <cx:pt idx="2406">Yes</cx:pt>
          <cx:pt idx="2407">Yes</cx:pt>
          <cx:pt idx="2408">No</cx:pt>
          <cx:pt idx="2409">No</cx:pt>
          <cx:pt idx="2410">No</cx:pt>
          <cx:pt idx="2411">No</cx:pt>
          <cx:pt idx="2412">Yes</cx:pt>
          <cx:pt idx="2413">No</cx:pt>
          <cx:pt idx="2414">No</cx:pt>
          <cx:pt idx="2415">Yes</cx:pt>
          <cx:pt idx="2416">No</cx:pt>
          <cx:pt idx="2417">No</cx:pt>
          <cx:pt idx="2418">No</cx:pt>
          <cx:pt idx="2419">No</cx:pt>
          <cx:pt idx="2420">No</cx:pt>
          <cx:pt idx="2421">No</cx:pt>
          <cx:pt idx="2422">No</cx:pt>
          <cx:pt idx="2423">No</cx:pt>
          <cx:pt idx="2424">Yes</cx:pt>
          <cx:pt idx="2425">No</cx:pt>
          <cx:pt idx="2426">No</cx:pt>
          <cx:pt idx="2427">Yes</cx:pt>
          <cx:pt idx="2428">Yes</cx:pt>
          <cx:pt idx="2429">No</cx:pt>
          <cx:pt idx="2430">No</cx:pt>
          <cx:pt idx="2431">Yes</cx:pt>
          <cx:pt idx="2432">No</cx:pt>
          <cx:pt idx="2433">No</cx:pt>
          <cx:pt idx="2434">No</cx:pt>
          <cx:pt idx="2435">No</cx:pt>
          <cx:pt idx="2436">No</cx:pt>
          <cx:pt idx="2437">No</cx:pt>
          <cx:pt idx="2438">Yes</cx:pt>
          <cx:pt idx="2439">No</cx:pt>
          <cx:pt idx="2440">No</cx:pt>
          <cx:pt idx="2441">No</cx:pt>
          <cx:pt idx="2442">Yes</cx:pt>
          <cx:pt idx="2443">No</cx:pt>
          <cx:pt idx="2444">Yes</cx:pt>
          <cx:pt idx="2445">No</cx:pt>
          <cx:pt idx="2446">Yes</cx:pt>
          <cx:pt idx="2447">No</cx:pt>
          <cx:pt idx="2448">Yes</cx:pt>
          <cx:pt idx="2449">No</cx:pt>
          <cx:pt idx="2450">No</cx:pt>
          <cx:pt idx="2451">Yes</cx:pt>
          <cx:pt idx="2452">Yes</cx:pt>
          <cx:pt idx="2453">No</cx:pt>
          <cx:pt idx="2454">No</cx:pt>
          <cx:pt idx="2455">Yes</cx:pt>
          <cx:pt idx="2456">No</cx:pt>
          <cx:pt idx="2457">No</cx:pt>
          <cx:pt idx="2458">No</cx:pt>
          <cx:pt idx="2459">No</cx:pt>
          <cx:pt idx="2460">No</cx:pt>
          <cx:pt idx="2461">No</cx:pt>
          <cx:pt idx="2462">No</cx:pt>
          <cx:pt idx="2463">No</cx:pt>
          <cx:pt idx="2464">Yes</cx:pt>
          <cx:pt idx="2465">Yes</cx:pt>
          <cx:pt idx="2466">No</cx:pt>
          <cx:pt idx="2467">No</cx:pt>
          <cx:pt idx="2468">Yes</cx:pt>
          <cx:pt idx="2469">No</cx:pt>
          <cx:pt idx="2470">No</cx:pt>
          <cx:pt idx="2471">Yes</cx:pt>
          <cx:pt idx="2472">No</cx:pt>
          <cx:pt idx="2473">No</cx:pt>
          <cx:pt idx="2474">No</cx:pt>
          <cx:pt idx="2475">No</cx:pt>
          <cx:pt idx="2476">No</cx:pt>
          <cx:pt idx="2477">No</cx:pt>
          <cx:pt idx="2478">No</cx:pt>
          <cx:pt idx="2479">No</cx:pt>
          <cx:pt idx="2480">Yes</cx:pt>
          <cx:pt idx="2481">No</cx:pt>
          <cx:pt idx="2482">No</cx:pt>
          <cx:pt idx="2483">Yes</cx:pt>
          <cx:pt idx="2484">No</cx:pt>
          <cx:pt idx="2485">Yes</cx:pt>
          <cx:pt idx="2486">No</cx:pt>
          <cx:pt idx="2487">No</cx:pt>
          <cx:pt idx="2488">Yes</cx:pt>
          <cx:pt idx="2489">No</cx:pt>
          <cx:pt idx="2490">No</cx:pt>
          <cx:pt idx="2491">No</cx:pt>
          <cx:pt idx="2492">Yes</cx:pt>
          <cx:pt idx="2493">No</cx:pt>
          <cx:pt idx="2494">Yes</cx:pt>
          <cx:pt idx="2495">No</cx:pt>
          <cx:pt idx="2496">No</cx:pt>
          <cx:pt idx="2497">No</cx:pt>
          <cx:pt idx="2498">No</cx:pt>
          <cx:pt idx="2499">No</cx:pt>
          <cx:pt idx="2500">No</cx:pt>
          <cx:pt idx="2501">No</cx:pt>
          <cx:pt idx="2502">No</cx:pt>
          <cx:pt idx="2503">No</cx:pt>
          <cx:pt idx="2504">Yes</cx:pt>
          <cx:pt idx="2505">No</cx:pt>
          <cx:pt idx="2506">No</cx:pt>
          <cx:pt idx="2507">No</cx:pt>
          <cx:pt idx="2508">No</cx:pt>
          <cx:pt idx="2509">No</cx:pt>
          <cx:pt idx="2510">Yes</cx:pt>
          <cx:pt idx="2511">No</cx:pt>
          <cx:pt idx="2512">No</cx:pt>
          <cx:pt idx="2513">No</cx:pt>
          <cx:pt idx="2514">Yes</cx:pt>
          <cx:pt idx="2515">No</cx:pt>
          <cx:pt idx="2516">Yes</cx:pt>
          <cx:pt idx="2517">Yes</cx:pt>
          <cx:pt idx="2518">No</cx:pt>
          <cx:pt idx="2519">No</cx:pt>
          <cx:pt idx="2520">No</cx:pt>
          <cx:pt idx="2521">Yes</cx:pt>
          <cx:pt idx="2522">No</cx:pt>
          <cx:pt idx="2523">No</cx:pt>
          <cx:pt idx="2524">No</cx:pt>
          <cx:pt idx="2525">No</cx:pt>
          <cx:pt idx="2526">Yes</cx:pt>
          <cx:pt idx="2527">Yes</cx:pt>
          <cx:pt idx="2528">Yes</cx:pt>
          <cx:pt idx="2529">Yes</cx:pt>
          <cx:pt idx="2530">No</cx:pt>
          <cx:pt idx="2531">No</cx:pt>
          <cx:pt idx="2532">No</cx:pt>
          <cx:pt idx="2533">No</cx:pt>
          <cx:pt idx="2534">No</cx:pt>
          <cx:pt idx="2535">No</cx:pt>
          <cx:pt idx="2536">Yes</cx:pt>
          <cx:pt idx="2537">No</cx:pt>
          <cx:pt idx="2538">No</cx:pt>
          <cx:pt idx="2539">No</cx:pt>
          <cx:pt idx="2540">No</cx:pt>
          <cx:pt idx="2541">No</cx:pt>
          <cx:pt idx="2542">No</cx:pt>
          <cx:pt idx="2543">Yes</cx:pt>
          <cx:pt idx="2544">No</cx:pt>
          <cx:pt idx="2545">No</cx:pt>
          <cx:pt idx="2546">No</cx:pt>
          <cx:pt idx="2547">No</cx:pt>
          <cx:pt idx="2548">No</cx:pt>
          <cx:pt idx="2549">No</cx:pt>
          <cx:pt idx="2550">No</cx:pt>
          <cx:pt idx="2551">No</cx:pt>
          <cx:pt idx="2552">No</cx:pt>
          <cx:pt idx="2553">No</cx:pt>
          <cx:pt idx="2554">No</cx:pt>
          <cx:pt idx="2555">No</cx:pt>
          <cx:pt idx="2556">No</cx:pt>
          <cx:pt idx="2557">No</cx:pt>
          <cx:pt idx="2558">No</cx:pt>
          <cx:pt idx="2559">No</cx:pt>
          <cx:pt idx="2560">Yes</cx:pt>
          <cx:pt idx="2561">No</cx:pt>
          <cx:pt idx="2562">No</cx:pt>
          <cx:pt idx="2563">Yes</cx:pt>
          <cx:pt idx="2564">Yes</cx:pt>
          <cx:pt idx="2565">No</cx:pt>
          <cx:pt idx="2566">No</cx:pt>
          <cx:pt idx="2567">Yes</cx:pt>
          <cx:pt idx="2568">No</cx:pt>
          <cx:pt idx="2569">No</cx:pt>
          <cx:pt idx="2570">Yes</cx:pt>
          <cx:pt idx="2571">No</cx:pt>
          <cx:pt idx="2572">No</cx:pt>
          <cx:pt idx="2573">Yes</cx:pt>
          <cx:pt idx="2574">Yes</cx:pt>
          <cx:pt idx="2575">No</cx:pt>
          <cx:pt idx="2576">No</cx:pt>
          <cx:pt idx="2577">Yes</cx:pt>
          <cx:pt idx="2578">Yes</cx:pt>
          <cx:pt idx="2579">No</cx:pt>
          <cx:pt idx="2580">No</cx:pt>
          <cx:pt idx="2581">No</cx:pt>
          <cx:pt idx="2582">No</cx:pt>
          <cx:pt idx="2583">No</cx:pt>
          <cx:pt idx="2584">No</cx:pt>
          <cx:pt idx="2585">No</cx:pt>
          <cx:pt idx="2586">No</cx:pt>
          <cx:pt idx="2587">No</cx:pt>
          <cx:pt idx="2588">No</cx:pt>
          <cx:pt idx="2589">Yes</cx:pt>
          <cx:pt idx="2590">No</cx:pt>
          <cx:pt idx="2591">No</cx:pt>
          <cx:pt idx="2592">No</cx:pt>
          <cx:pt idx="2593">No</cx:pt>
          <cx:pt idx="2594">No</cx:pt>
          <cx:pt idx="2595">No</cx:pt>
          <cx:pt idx="2596">No</cx:pt>
          <cx:pt idx="2597">No</cx:pt>
          <cx:pt idx="2598">No</cx:pt>
          <cx:pt idx="2599">No</cx:pt>
          <cx:pt idx="2600">No</cx:pt>
          <cx:pt idx="2601">No</cx:pt>
          <cx:pt idx="2602">No</cx:pt>
          <cx:pt idx="2603">No</cx:pt>
          <cx:pt idx="2604">No</cx:pt>
          <cx:pt idx="2605">No</cx:pt>
          <cx:pt idx="2606">No</cx:pt>
          <cx:pt idx="2607">Yes</cx:pt>
          <cx:pt idx="2608">Yes</cx:pt>
          <cx:pt idx="2609">Yes</cx:pt>
          <cx:pt idx="2610">Yes</cx:pt>
          <cx:pt idx="2611">Yes</cx:pt>
          <cx:pt idx="2612">No</cx:pt>
          <cx:pt idx="2613">Yes</cx:pt>
          <cx:pt idx="2614">Yes</cx:pt>
          <cx:pt idx="2615">No</cx:pt>
          <cx:pt idx="2616">Yes</cx:pt>
          <cx:pt idx="2617">Yes</cx:pt>
          <cx:pt idx="2618">No</cx:pt>
          <cx:pt idx="2619">Yes</cx:pt>
          <cx:pt idx="2620">No</cx:pt>
          <cx:pt idx="2621">No</cx:pt>
          <cx:pt idx="2622">No</cx:pt>
          <cx:pt idx="2623">No</cx:pt>
          <cx:pt idx="2624">No</cx:pt>
          <cx:pt idx="2625">No</cx:pt>
          <cx:pt idx="2626">No</cx:pt>
          <cx:pt idx="2627">No</cx:pt>
          <cx:pt idx="2628">No</cx:pt>
          <cx:pt idx="2629">Yes</cx:pt>
          <cx:pt idx="2630">No</cx:pt>
          <cx:pt idx="2631">Yes</cx:pt>
          <cx:pt idx="2632">No</cx:pt>
          <cx:pt idx="2633">No</cx:pt>
          <cx:pt idx="2634">Yes</cx:pt>
          <cx:pt idx="2635">No</cx:pt>
          <cx:pt idx="2636">No</cx:pt>
          <cx:pt idx="2637">No</cx:pt>
          <cx:pt idx="2638">Yes</cx:pt>
          <cx:pt idx="2639">Yes</cx:pt>
          <cx:pt idx="2640">No</cx:pt>
          <cx:pt idx="2641">No</cx:pt>
          <cx:pt idx="2642">Yes</cx:pt>
          <cx:pt idx="2643">Yes</cx:pt>
          <cx:pt idx="2644">Yes</cx:pt>
          <cx:pt idx="2645">No</cx:pt>
          <cx:pt idx="2646">No</cx:pt>
          <cx:pt idx="2647">No</cx:pt>
          <cx:pt idx="2648">No</cx:pt>
          <cx:pt idx="2649">No</cx:pt>
          <cx:pt idx="2650">No</cx:pt>
          <cx:pt idx="2651">Yes</cx:pt>
          <cx:pt idx="2652">No</cx:pt>
          <cx:pt idx="2653">No</cx:pt>
          <cx:pt idx="2654">Yes</cx:pt>
          <cx:pt idx="2655">Yes</cx:pt>
          <cx:pt idx="2656">No</cx:pt>
          <cx:pt idx="2657">No</cx:pt>
          <cx:pt idx="2658">No</cx:pt>
          <cx:pt idx="2659">No</cx:pt>
          <cx:pt idx="2660">No</cx:pt>
          <cx:pt idx="2661">No</cx:pt>
          <cx:pt idx="2662">Yes</cx:pt>
          <cx:pt idx="2663">No</cx:pt>
          <cx:pt idx="2664">No</cx:pt>
          <cx:pt idx="2665">No</cx:pt>
          <cx:pt idx="2666">No</cx:pt>
          <cx:pt idx="2667">No</cx:pt>
          <cx:pt idx="2668">Yes</cx:pt>
          <cx:pt idx="2669">Yes</cx:pt>
          <cx:pt idx="2670">No</cx:pt>
          <cx:pt idx="2671">No</cx:pt>
          <cx:pt idx="2672">No</cx:pt>
          <cx:pt idx="2673">Yes</cx:pt>
          <cx:pt idx="2674">No</cx:pt>
          <cx:pt idx="2675">No</cx:pt>
          <cx:pt idx="2676">No</cx:pt>
          <cx:pt idx="2677">Yes</cx:pt>
          <cx:pt idx="2678">No</cx:pt>
          <cx:pt idx="2679">Yes</cx:pt>
          <cx:pt idx="2680">No</cx:pt>
          <cx:pt idx="2681">No</cx:pt>
          <cx:pt idx="2682">Yes</cx:pt>
          <cx:pt idx="2683">Yes</cx:pt>
          <cx:pt idx="2684">No</cx:pt>
          <cx:pt idx="2685">No</cx:pt>
          <cx:pt idx="2686">Yes</cx:pt>
          <cx:pt idx="2687">No</cx:pt>
          <cx:pt idx="2688">Yes</cx:pt>
          <cx:pt idx="2689">No</cx:pt>
          <cx:pt idx="2690">Yes</cx:pt>
          <cx:pt idx="2691">No</cx:pt>
          <cx:pt idx="2692">No</cx:pt>
          <cx:pt idx="2693">No</cx:pt>
          <cx:pt idx="2694">No</cx:pt>
          <cx:pt idx="2695">No</cx:pt>
          <cx:pt idx="2696">No</cx:pt>
          <cx:pt idx="2697">No</cx:pt>
          <cx:pt idx="2698">No</cx:pt>
          <cx:pt idx="2699">No</cx:pt>
          <cx:pt idx="2700">No</cx:pt>
          <cx:pt idx="2701">No</cx:pt>
          <cx:pt idx="2702">No</cx:pt>
          <cx:pt idx="2703">Yes</cx:pt>
          <cx:pt idx="2704">No</cx:pt>
          <cx:pt idx="2705">No</cx:pt>
          <cx:pt idx="2706">Yes</cx:pt>
          <cx:pt idx="2707">Yes</cx:pt>
          <cx:pt idx="2708">Yes</cx:pt>
          <cx:pt idx="2709">No</cx:pt>
          <cx:pt idx="2710">No</cx:pt>
          <cx:pt idx="2711">Yes</cx:pt>
          <cx:pt idx="2712">No</cx:pt>
          <cx:pt idx="2713">No</cx:pt>
          <cx:pt idx="2714">No</cx:pt>
          <cx:pt idx="2715">No</cx:pt>
          <cx:pt idx="2716">No</cx:pt>
          <cx:pt idx="2717">No</cx:pt>
          <cx:pt idx="2718">No</cx:pt>
          <cx:pt idx="2719">No</cx:pt>
          <cx:pt idx="2720">Yes</cx:pt>
          <cx:pt idx="2721">Yes</cx:pt>
          <cx:pt idx="2722">No</cx:pt>
          <cx:pt idx="2723">No</cx:pt>
          <cx:pt idx="2724">No</cx:pt>
          <cx:pt idx="2725">No</cx:pt>
          <cx:pt idx="2726">No</cx:pt>
          <cx:pt idx="2727">Yes</cx:pt>
          <cx:pt idx="2728">No</cx:pt>
          <cx:pt idx="2729">Yes</cx:pt>
          <cx:pt idx="2730">No</cx:pt>
          <cx:pt idx="2731">No</cx:pt>
          <cx:pt idx="2732">No</cx:pt>
          <cx:pt idx="2733">No</cx:pt>
          <cx:pt idx="2734">No</cx:pt>
          <cx:pt idx="2735">No</cx:pt>
          <cx:pt idx="2736">No</cx:pt>
          <cx:pt idx="2737">No</cx:pt>
          <cx:pt idx="2738">No</cx:pt>
          <cx:pt idx="2739">No</cx:pt>
          <cx:pt idx="2740">Yes</cx:pt>
          <cx:pt idx="2741">Yes</cx:pt>
          <cx:pt idx="2742">No</cx:pt>
          <cx:pt idx="2743">No</cx:pt>
          <cx:pt idx="2744">No</cx:pt>
          <cx:pt idx="2745">Yes</cx:pt>
          <cx:pt idx="2746">No</cx:pt>
          <cx:pt idx="2747">No</cx:pt>
          <cx:pt idx="2748">Yes</cx:pt>
          <cx:pt idx="2749">No</cx:pt>
          <cx:pt idx="2750">No</cx:pt>
          <cx:pt idx="2751">No</cx:pt>
          <cx:pt idx="2752">Yes</cx:pt>
          <cx:pt idx="2753">Yes</cx:pt>
          <cx:pt idx="2754">No</cx:pt>
          <cx:pt idx="2755">No</cx:pt>
          <cx:pt idx="2756">Yes</cx:pt>
          <cx:pt idx="2757">No</cx:pt>
          <cx:pt idx="2758">No</cx:pt>
          <cx:pt idx="2759">No</cx:pt>
          <cx:pt idx="2760">No</cx:pt>
          <cx:pt idx="2761">Yes</cx:pt>
          <cx:pt idx="2762">No</cx:pt>
          <cx:pt idx="2763">No</cx:pt>
          <cx:pt idx="2764">No</cx:pt>
          <cx:pt idx="2765">No</cx:pt>
          <cx:pt idx="2766">No</cx:pt>
          <cx:pt idx="2767">No</cx:pt>
          <cx:pt idx="2768">No</cx:pt>
          <cx:pt idx="2769">Yes</cx:pt>
          <cx:pt idx="2770">Yes</cx:pt>
          <cx:pt idx="2771">No</cx:pt>
          <cx:pt idx="2772">No</cx:pt>
          <cx:pt idx="2773">No</cx:pt>
          <cx:pt idx="2774">No</cx:pt>
          <cx:pt idx="2775">Yes</cx:pt>
          <cx:pt idx="2776">Yes</cx:pt>
          <cx:pt idx="2777">No</cx:pt>
          <cx:pt idx="2778">No</cx:pt>
          <cx:pt idx="2779">Yes</cx:pt>
          <cx:pt idx="2780">Yes</cx:pt>
          <cx:pt idx="2781">No</cx:pt>
          <cx:pt idx="2782">No</cx:pt>
          <cx:pt idx="2783">No</cx:pt>
          <cx:pt idx="2784">Yes</cx:pt>
          <cx:pt idx="2785">No</cx:pt>
          <cx:pt idx="2786">No</cx:pt>
          <cx:pt idx="2787">No</cx:pt>
          <cx:pt idx="2788">No</cx:pt>
          <cx:pt idx="2789">No</cx:pt>
          <cx:pt idx="2790">Yes</cx:pt>
          <cx:pt idx="2791">No</cx:pt>
          <cx:pt idx="2792">No</cx:pt>
          <cx:pt idx="2793">No</cx:pt>
          <cx:pt idx="2794">No</cx:pt>
          <cx:pt idx="2795">Yes</cx:pt>
          <cx:pt idx="2796">No</cx:pt>
          <cx:pt idx="2797">Yes</cx:pt>
          <cx:pt idx="2798">Yes</cx:pt>
          <cx:pt idx="2799">No</cx:pt>
          <cx:pt idx="2800">No</cx:pt>
          <cx:pt idx="2801">No</cx:pt>
          <cx:pt idx="2802">Yes</cx:pt>
          <cx:pt idx="2803">No</cx:pt>
          <cx:pt idx="2804">Yes</cx:pt>
          <cx:pt idx="2805">No</cx:pt>
          <cx:pt idx="2806">No</cx:pt>
          <cx:pt idx="2807">No</cx:pt>
          <cx:pt idx="2808">No</cx:pt>
          <cx:pt idx="2809">No</cx:pt>
          <cx:pt idx="2810">No</cx:pt>
          <cx:pt idx="2811">No</cx:pt>
          <cx:pt idx="2812">Yes</cx:pt>
          <cx:pt idx="2813">No</cx:pt>
          <cx:pt idx="2814">No</cx:pt>
          <cx:pt idx="2815">Yes</cx:pt>
          <cx:pt idx="2816">No</cx:pt>
          <cx:pt idx="2817">No</cx:pt>
          <cx:pt idx="2818">Yes</cx:pt>
          <cx:pt idx="2819">No</cx:pt>
          <cx:pt idx="2820">No</cx:pt>
          <cx:pt idx="2821">Yes</cx:pt>
          <cx:pt idx="2822">Yes</cx:pt>
          <cx:pt idx="2823">No</cx:pt>
          <cx:pt idx="2824">No</cx:pt>
          <cx:pt idx="2825">No</cx:pt>
          <cx:pt idx="2826">No</cx:pt>
          <cx:pt idx="2827">No</cx:pt>
          <cx:pt idx="2828">No</cx:pt>
          <cx:pt idx="2829">Yes</cx:pt>
          <cx:pt idx="2830">No</cx:pt>
          <cx:pt idx="2831">Yes</cx:pt>
          <cx:pt idx="2832">No</cx:pt>
          <cx:pt idx="2833">No</cx:pt>
          <cx:pt idx="2834">No</cx:pt>
          <cx:pt idx="2835">No</cx:pt>
          <cx:pt idx="2836">No</cx:pt>
          <cx:pt idx="2837">Yes</cx:pt>
          <cx:pt idx="2838">No</cx:pt>
          <cx:pt idx="2839">No</cx:pt>
          <cx:pt idx="2840">No</cx:pt>
          <cx:pt idx="2841">No</cx:pt>
          <cx:pt idx="2842">No</cx:pt>
          <cx:pt idx="2843">No</cx:pt>
          <cx:pt idx="2844">Yes</cx:pt>
          <cx:pt idx="2845">No</cx:pt>
          <cx:pt idx="2846">No</cx:pt>
          <cx:pt idx="2847">No</cx:pt>
          <cx:pt idx="2848">No</cx:pt>
          <cx:pt idx="2849">No</cx:pt>
          <cx:pt idx="2850">No</cx:pt>
          <cx:pt idx="2851">No</cx:pt>
          <cx:pt idx="2852">No</cx:pt>
          <cx:pt idx="2853">No</cx:pt>
          <cx:pt idx="2854">No</cx:pt>
          <cx:pt idx="2855">No</cx:pt>
          <cx:pt idx="2856">No</cx:pt>
          <cx:pt idx="2857">No</cx:pt>
          <cx:pt idx="2858">No</cx:pt>
          <cx:pt idx="2859">No</cx:pt>
          <cx:pt idx="2860">No</cx:pt>
          <cx:pt idx="2861">Yes</cx:pt>
          <cx:pt idx="2862">Yes</cx:pt>
          <cx:pt idx="2863">No</cx:pt>
          <cx:pt idx="2864">No</cx:pt>
          <cx:pt idx="2865">No</cx:pt>
          <cx:pt idx="2866">No</cx:pt>
          <cx:pt idx="2867">No</cx:pt>
          <cx:pt idx="2868">No</cx:pt>
          <cx:pt idx="2869">Yes</cx:pt>
          <cx:pt idx="2870">No</cx:pt>
          <cx:pt idx="2871">Yes</cx:pt>
          <cx:pt idx="2872">No</cx:pt>
          <cx:pt idx="2873">Yes</cx:pt>
          <cx:pt idx="2874">No</cx:pt>
          <cx:pt idx="2875">Yes</cx:pt>
          <cx:pt idx="2876">No</cx:pt>
          <cx:pt idx="2877">Yes</cx:pt>
          <cx:pt idx="2878">No</cx:pt>
          <cx:pt idx="2879">Yes</cx:pt>
          <cx:pt idx="2880">No</cx:pt>
          <cx:pt idx="2881">No</cx:pt>
          <cx:pt idx="2882">No</cx:pt>
          <cx:pt idx="2883">No</cx:pt>
          <cx:pt idx="2884">No</cx:pt>
          <cx:pt idx="2885">No</cx:pt>
          <cx:pt idx="2886">No</cx:pt>
          <cx:pt idx="2887">Yes</cx:pt>
          <cx:pt idx="2888">Yes</cx:pt>
          <cx:pt idx="2889">No</cx:pt>
          <cx:pt idx="2890">Yes</cx:pt>
          <cx:pt idx="2891">Yes</cx:pt>
          <cx:pt idx="2892">No</cx:pt>
          <cx:pt idx="2893">Yes</cx:pt>
          <cx:pt idx="2894">Yes</cx:pt>
          <cx:pt idx="2895">No</cx:pt>
          <cx:pt idx="2896">No</cx:pt>
          <cx:pt idx="2897">No</cx:pt>
          <cx:pt idx="2898">No</cx:pt>
          <cx:pt idx="2899">No</cx:pt>
          <cx:pt idx="2900">Yes</cx:pt>
          <cx:pt idx="2901">No</cx:pt>
          <cx:pt idx="2902">No</cx:pt>
          <cx:pt idx="2903">No</cx:pt>
          <cx:pt idx="2904">Yes</cx:pt>
          <cx:pt idx="2905">No</cx:pt>
          <cx:pt idx="2906">No</cx:pt>
          <cx:pt idx="2907">Yes</cx:pt>
          <cx:pt idx="2908">Yes</cx:pt>
          <cx:pt idx="2909">No</cx:pt>
          <cx:pt idx="2910">No</cx:pt>
          <cx:pt idx="2911">Yes</cx:pt>
          <cx:pt idx="2912">No</cx:pt>
          <cx:pt idx="2913">No</cx:pt>
          <cx:pt idx="2914">No</cx:pt>
          <cx:pt idx="2915">No</cx:pt>
          <cx:pt idx="2916">No</cx:pt>
          <cx:pt idx="2917">No</cx:pt>
          <cx:pt idx="2918">No</cx:pt>
          <cx:pt idx="2919">No</cx:pt>
          <cx:pt idx="2920">No</cx:pt>
          <cx:pt idx="2921">Yes</cx:pt>
          <cx:pt idx="2922">Yes</cx:pt>
          <cx:pt idx="2923">No</cx:pt>
          <cx:pt idx="2924">Yes</cx:pt>
          <cx:pt idx="2925">No</cx:pt>
          <cx:pt idx="2926">No</cx:pt>
          <cx:pt idx="2927">No</cx:pt>
          <cx:pt idx="2928">No</cx:pt>
          <cx:pt idx="2929">No</cx:pt>
          <cx:pt idx="2930">No</cx:pt>
          <cx:pt idx="2931">No</cx:pt>
          <cx:pt idx="2932">No</cx:pt>
          <cx:pt idx="2933">No</cx:pt>
          <cx:pt idx="2934">No</cx:pt>
          <cx:pt idx="2935">No</cx:pt>
          <cx:pt idx="2936">No</cx:pt>
          <cx:pt idx="2937">No</cx:pt>
          <cx:pt idx="2938">No</cx:pt>
          <cx:pt idx="2939">Yes</cx:pt>
          <cx:pt idx="2940">Yes</cx:pt>
          <cx:pt idx="2941">No</cx:pt>
          <cx:pt idx="2942">No</cx:pt>
          <cx:pt idx="2943">No</cx:pt>
          <cx:pt idx="2944">No</cx:pt>
          <cx:pt idx="2945">No</cx:pt>
          <cx:pt idx="2946">No</cx:pt>
          <cx:pt idx="2947">No</cx:pt>
          <cx:pt idx="2948">Yes</cx:pt>
          <cx:pt idx="2949">No</cx:pt>
          <cx:pt idx="2950">No</cx:pt>
          <cx:pt idx="2951">No</cx:pt>
          <cx:pt idx="2952">No</cx:pt>
          <cx:pt idx="2953">Yes</cx:pt>
          <cx:pt idx="2954">Yes</cx:pt>
          <cx:pt idx="2955">Yes</cx:pt>
          <cx:pt idx="2956">No</cx:pt>
          <cx:pt idx="2957">No</cx:pt>
          <cx:pt idx="2958">No</cx:pt>
          <cx:pt idx="2959">No</cx:pt>
          <cx:pt idx="2960">Yes</cx:pt>
          <cx:pt idx="2961">No</cx:pt>
          <cx:pt idx="2962">Yes</cx:pt>
          <cx:pt idx="2963">No</cx:pt>
          <cx:pt idx="2964">No</cx:pt>
          <cx:pt idx="2965">Yes</cx:pt>
          <cx:pt idx="2966">No</cx:pt>
          <cx:pt idx="2967">No</cx:pt>
          <cx:pt idx="2968">No</cx:pt>
          <cx:pt idx="2969">No</cx:pt>
          <cx:pt idx="2970">Yes</cx:pt>
          <cx:pt idx="2971">No</cx:pt>
          <cx:pt idx="2972">No</cx:pt>
          <cx:pt idx="2973">Yes</cx:pt>
          <cx:pt idx="2974">Yes</cx:pt>
          <cx:pt idx="2975">No</cx:pt>
          <cx:pt idx="2976">No</cx:pt>
          <cx:pt idx="2977">No</cx:pt>
          <cx:pt idx="2978">No</cx:pt>
          <cx:pt idx="2979">No</cx:pt>
          <cx:pt idx="2980">No</cx:pt>
          <cx:pt idx="2981">No</cx:pt>
          <cx:pt idx="2982">No</cx:pt>
          <cx:pt idx="2983">No</cx:pt>
          <cx:pt idx="2984">No</cx:pt>
          <cx:pt idx="2985">No</cx:pt>
          <cx:pt idx="2986">No</cx:pt>
          <cx:pt idx="2987">No</cx:pt>
          <cx:pt idx="2988">No</cx:pt>
          <cx:pt idx="2989">No</cx:pt>
          <cx:pt idx="2990">Yes</cx:pt>
          <cx:pt idx="2991">No</cx:pt>
          <cx:pt idx="2992">No</cx:pt>
          <cx:pt idx="2993">No</cx:pt>
          <cx:pt idx="2994">No</cx:pt>
          <cx:pt idx="2995">No</cx:pt>
          <cx:pt idx="2996">No</cx:pt>
          <cx:pt idx="2997">Yes</cx:pt>
          <cx:pt idx="2998">No</cx:pt>
          <cx:pt idx="2999">No</cx:pt>
          <cx:pt idx="3000">Yes</cx:pt>
          <cx:pt idx="3001">No</cx:pt>
          <cx:pt idx="3002">No</cx:pt>
          <cx:pt idx="3003">Yes</cx:pt>
          <cx:pt idx="3004">Yes</cx:pt>
          <cx:pt idx="3005">No</cx:pt>
          <cx:pt idx="3006">Yes</cx:pt>
          <cx:pt idx="3007">Yes</cx:pt>
          <cx:pt idx="3008">No</cx:pt>
          <cx:pt idx="3009">No</cx:pt>
          <cx:pt idx="3010">No</cx:pt>
          <cx:pt idx="3011">No</cx:pt>
          <cx:pt idx="3012">No</cx:pt>
          <cx:pt idx="3013">No</cx:pt>
          <cx:pt idx="3014">No</cx:pt>
          <cx:pt idx="3015">No</cx:pt>
          <cx:pt idx="3016">Yes</cx:pt>
          <cx:pt idx="3017">No</cx:pt>
          <cx:pt idx="3018">No</cx:pt>
          <cx:pt idx="3019">Yes</cx:pt>
          <cx:pt idx="3020">No</cx:pt>
          <cx:pt idx="3021">No</cx:pt>
          <cx:pt idx="3022">No</cx:pt>
          <cx:pt idx="3023">No</cx:pt>
          <cx:pt idx="3024">No</cx:pt>
          <cx:pt idx="3025">No</cx:pt>
          <cx:pt idx="3026">Yes</cx:pt>
          <cx:pt idx="3027">No</cx:pt>
          <cx:pt idx="3028">Yes</cx:pt>
          <cx:pt idx="3029">Yes</cx:pt>
          <cx:pt idx="3030">Yes</cx:pt>
          <cx:pt idx="3031">Yes</cx:pt>
          <cx:pt idx="3032">No</cx:pt>
          <cx:pt idx="3033">No</cx:pt>
          <cx:pt idx="3034">Yes</cx:pt>
          <cx:pt idx="3035">No</cx:pt>
          <cx:pt idx="3036">No</cx:pt>
          <cx:pt idx="3037">No</cx:pt>
          <cx:pt idx="3038">No</cx:pt>
          <cx:pt idx="3039">No</cx:pt>
          <cx:pt idx="3040">Yes</cx:pt>
          <cx:pt idx="3041">No</cx:pt>
          <cx:pt idx="3042">Yes</cx:pt>
          <cx:pt idx="3043">Yes</cx:pt>
          <cx:pt idx="3044">Yes</cx:pt>
          <cx:pt idx="3045">No</cx:pt>
          <cx:pt idx="3046">No</cx:pt>
          <cx:pt idx="3047">Yes</cx:pt>
          <cx:pt idx="3048">No</cx:pt>
          <cx:pt idx="3049">Yes</cx:pt>
          <cx:pt idx="3050">Yes</cx:pt>
          <cx:pt idx="3051">No</cx:pt>
          <cx:pt idx="3052">No</cx:pt>
          <cx:pt idx="3053">No</cx:pt>
          <cx:pt idx="3054">No</cx:pt>
          <cx:pt idx="3055">Yes</cx:pt>
          <cx:pt idx="3056">No</cx:pt>
          <cx:pt idx="3057">No</cx:pt>
          <cx:pt idx="3058">Yes</cx:pt>
          <cx:pt idx="3059">No</cx:pt>
          <cx:pt idx="3060">No</cx:pt>
          <cx:pt idx="3061">Yes</cx:pt>
          <cx:pt idx="3062">No</cx:pt>
          <cx:pt idx="3063">No</cx:pt>
          <cx:pt idx="3064">No</cx:pt>
          <cx:pt idx="3065">No</cx:pt>
          <cx:pt idx="3066">No</cx:pt>
          <cx:pt idx="3067">Yes</cx:pt>
          <cx:pt idx="3068">No</cx:pt>
          <cx:pt idx="3069">No</cx:pt>
          <cx:pt idx="3070">No</cx:pt>
          <cx:pt idx="3071">No</cx:pt>
          <cx:pt idx="3072">No</cx:pt>
          <cx:pt idx="3073">No</cx:pt>
          <cx:pt idx="3074">No</cx:pt>
          <cx:pt idx="3075">No</cx:pt>
          <cx:pt idx="3076">Yes</cx:pt>
          <cx:pt idx="3077">No</cx:pt>
          <cx:pt idx="3078">Yes</cx:pt>
          <cx:pt idx="3079">Yes</cx:pt>
          <cx:pt idx="3080">No</cx:pt>
          <cx:pt idx="3081">Yes</cx:pt>
          <cx:pt idx="3082">No</cx:pt>
          <cx:pt idx="3083">No</cx:pt>
          <cx:pt idx="3084">No</cx:pt>
          <cx:pt idx="3085">Yes</cx:pt>
          <cx:pt idx="3086">No</cx:pt>
          <cx:pt idx="3087">Yes</cx:pt>
          <cx:pt idx="3088">No</cx:pt>
          <cx:pt idx="3089">No</cx:pt>
          <cx:pt idx="3090">Yes</cx:pt>
          <cx:pt idx="3091">No</cx:pt>
          <cx:pt idx="3092">Yes</cx:pt>
          <cx:pt idx="3093">No</cx:pt>
          <cx:pt idx="3094">No</cx:pt>
          <cx:pt idx="3095">No</cx:pt>
          <cx:pt idx="3096">No</cx:pt>
          <cx:pt idx="3097">No</cx:pt>
          <cx:pt idx="3098">Yes</cx:pt>
          <cx:pt idx="3099">No</cx:pt>
          <cx:pt idx="3100">No</cx:pt>
          <cx:pt idx="3101">No</cx:pt>
          <cx:pt idx="3102">Yes</cx:pt>
          <cx:pt idx="3103">Yes</cx:pt>
          <cx:pt idx="3104">No</cx:pt>
          <cx:pt idx="3105">No</cx:pt>
          <cx:pt idx="3106">No</cx:pt>
          <cx:pt idx="3107">No</cx:pt>
          <cx:pt idx="3108">No</cx:pt>
          <cx:pt idx="3109">No</cx:pt>
          <cx:pt idx="3110">No</cx:pt>
          <cx:pt idx="3111">Yes</cx:pt>
          <cx:pt idx="3112">No</cx:pt>
          <cx:pt idx="3113">No</cx:pt>
          <cx:pt idx="3114">No</cx:pt>
          <cx:pt idx="3115">Yes</cx:pt>
          <cx:pt idx="3116">No</cx:pt>
          <cx:pt idx="3117">No</cx:pt>
          <cx:pt idx="3118">No</cx:pt>
          <cx:pt idx="3119">Yes</cx:pt>
          <cx:pt idx="3120">No</cx:pt>
          <cx:pt idx="3121">Yes</cx:pt>
          <cx:pt idx="3122">No</cx:pt>
          <cx:pt idx="3123">No</cx:pt>
          <cx:pt idx="3124">No</cx:pt>
          <cx:pt idx="3125">No</cx:pt>
          <cx:pt idx="3126">No</cx:pt>
          <cx:pt idx="3127">Yes</cx:pt>
          <cx:pt idx="3128">No</cx:pt>
          <cx:pt idx="3129">No</cx:pt>
          <cx:pt idx="3130">No</cx:pt>
          <cx:pt idx="3131">No</cx:pt>
          <cx:pt idx="3132">No</cx:pt>
          <cx:pt idx="3133">No</cx:pt>
          <cx:pt idx="3134">No</cx:pt>
          <cx:pt idx="3135">Yes</cx:pt>
          <cx:pt idx="3136">Yes</cx:pt>
          <cx:pt idx="3137">No</cx:pt>
          <cx:pt idx="3138">Yes</cx:pt>
          <cx:pt idx="3139">Yes</cx:pt>
          <cx:pt idx="3140">No</cx:pt>
          <cx:pt idx="3141">Yes</cx:pt>
          <cx:pt idx="3142">Yes</cx:pt>
          <cx:pt idx="3143">No</cx:pt>
          <cx:pt idx="3144">No</cx:pt>
          <cx:pt idx="3145">Yes</cx:pt>
          <cx:pt idx="3146">Yes</cx:pt>
          <cx:pt idx="3147">No</cx:pt>
          <cx:pt idx="3148">No</cx:pt>
          <cx:pt idx="3149">No</cx:pt>
          <cx:pt idx="3150">No</cx:pt>
          <cx:pt idx="3151">No</cx:pt>
          <cx:pt idx="3152">No</cx:pt>
          <cx:pt idx="3153">No</cx:pt>
          <cx:pt idx="3154">No</cx:pt>
          <cx:pt idx="3155">No</cx:pt>
          <cx:pt idx="3156">No</cx:pt>
          <cx:pt idx="3157">Yes</cx:pt>
          <cx:pt idx="3158">Yes</cx:pt>
          <cx:pt idx="3159">No</cx:pt>
          <cx:pt idx="3160">No</cx:pt>
          <cx:pt idx="3161">No</cx:pt>
          <cx:pt idx="3162">No</cx:pt>
          <cx:pt idx="3163">No</cx:pt>
          <cx:pt idx="3164">No</cx:pt>
          <cx:pt idx="3165">No</cx:pt>
          <cx:pt idx="3166">No</cx:pt>
          <cx:pt idx="3167">No</cx:pt>
          <cx:pt idx="3168">No</cx:pt>
          <cx:pt idx="3169">No</cx:pt>
          <cx:pt idx="3170">No</cx:pt>
          <cx:pt idx="3171">No</cx:pt>
          <cx:pt idx="3172">Yes</cx:pt>
          <cx:pt idx="3173">No</cx:pt>
          <cx:pt idx="3174">No</cx:pt>
          <cx:pt idx="3175">Yes</cx:pt>
          <cx:pt idx="3176">No</cx:pt>
          <cx:pt idx="3177">No</cx:pt>
          <cx:pt idx="3178">Yes</cx:pt>
          <cx:pt idx="3179">No</cx:pt>
          <cx:pt idx="3180">No</cx:pt>
          <cx:pt idx="3181">No</cx:pt>
          <cx:pt idx="3182">No</cx:pt>
          <cx:pt idx="3183">Yes</cx:pt>
          <cx:pt idx="3184">No</cx:pt>
          <cx:pt idx="3185">Yes</cx:pt>
          <cx:pt idx="3186">No</cx:pt>
          <cx:pt idx="3187">No</cx:pt>
          <cx:pt idx="3188">Yes</cx:pt>
          <cx:pt idx="3189">No</cx:pt>
          <cx:pt idx="3190">No</cx:pt>
          <cx:pt idx="3191">No</cx:pt>
          <cx:pt idx="3192">No</cx:pt>
          <cx:pt idx="3193">No</cx:pt>
          <cx:pt idx="3194">Yes</cx:pt>
          <cx:pt idx="3195">No</cx:pt>
          <cx:pt idx="3196">No</cx:pt>
          <cx:pt idx="3197">Yes</cx:pt>
          <cx:pt idx="3198">No</cx:pt>
          <cx:pt idx="3199">No</cx:pt>
          <cx:pt idx="3200">Yes</cx:pt>
          <cx:pt idx="3201">No</cx:pt>
          <cx:pt idx="3202">No</cx:pt>
          <cx:pt idx="3203">No</cx:pt>
          <cx:pt idx="3204">No</cx:pt>
          <cx:pt idx="3205">No</cx:pt>
          <cx:pt idx="3206">No</cx:pt>
          <cx:pt idx="3207">No</cx:pt>
          <cx:pt idx="3208">No</cx:pt>
          <cx:pt idx="3209">Yes</cx:pt>
          <cx:pt idx="3210">No</cx:pt>
          <cx:pt idx="3211">No</cx:pt>
          <cx:pt idx="3212">No</cx:pt>
          <cx:pt idx="3213">No</cx:pt>
          <cx:pt idx="3214">No</cx:pt>
          <cx:pt idx="3215">No</cx:pt>
          <cx:pt idx="3216">Yes</cx:pt>
          <cx:pt idx="3217">No</cx:pt>
          <cx:pt idx="3218">No</cx:pt>
          <cx:pt idx="3219">No</cx:pt>
          <cx:pt idx="3220">No</cx:pt>
          <cx:pt idx="3221">No</cx:pt>
          <cx:pt idx="3222">No</cx:pt>
          <cx:pt idx="3223">No</cx:pt>
          <cx:pt idx="3224">Yes</cx:pt>
          <cx:pt idx="3225">No</cx:pt>
          <cx:pt idx="3226">No</cx:pt>
          <cx:pt idx="3227">No</cx:pt>
          <cx:pt idx="3228">No</cx:pt>
          <cx:pt idx="3229">Yes</cx:pt>
          <cx:pt idx="3230">No</cx:pt>
          <cx:pt idx="3231">No</cx:pt>
          <cx:pt idx="3232">No</cx:pt>
          <cx:pt idx="3233">No</cx:pt>
          <cx:pt idx="3234">No</cx:pt>
          <cx:pt idx="3235">No</cx:pt>
          <cx:pt idx="3236">No</cx:pt>
          <cx:pt idx="3237">No</cx:pt>
          <cx:pt idx="3238">No</cx:pt>
          <cx:pt idx="3239">No</cx:pt>
          <cx:pt idx="3240">Yes</cx:pt>
          <cx:pt idx="3241">Yes</cx:pt>
          <cx:pt idx="3242">No</cx:pt>
          <cx:pt idx="3243">No</cx:pt>
          <cx:pt idx="3244">No</cx:pt>
          <cx:pt idx="3245">Yes</cx:pt>
          <cx:pt idx="3246">Yes</cx:pt>
          <cx:pt idx="3247">No</cx:pt>
          <cx:pt idx="3248">Yes</cx:pt>
          <cx:pt idx="3249">No</cx:pt>
          <cx:pt idx="3250">No</cx:pt>
          <cx:pt idx="3251">Yes</cx:pt>
          <cx:pt idx="3252">No</cx:pt>
          <cx:pt idx="3253">No</cx:pt>
          <cx:pt idx="3254">No</cx:pt>
          <cx:pt idx="3255">No</cx:pt>
          <cx:pt idx="3256">No</cx:pt>
          <cx:pt idx="3257">No</cx:pt>
          <cx:pt idx="3258">No</cx:pt>
          <cx:pt idx="3259">No</cx:pt>
          <cx:pt idx="3260">Yes</cx:pt>
          <cx:pt idx="3261">No</cx:pt>
          <cx:pt idx="3262">Yes</cx:pt>
          <cx:pt idx="3263">No</cx:pt>
          <cx:pt idx="3264">No</cx:pt>
          <cx:pt idx="3265">Yes</cx:pt>
          <cx:pt idx="3266">No</cx:pt>
          <cx:pt idx="3267">No</cx:pt>
          <cx:pt idx="3268">No</cx:pt>
          <cx:pt idx="3269">No</cx:pt>
          <cx:pt idx="3270">No</cx:pt>
          <cx:pt idx="3271">Yes</cx:pt>
          <cx:pt idx="3272">Yes</cx:pt>
          <cx:pt idx="3273">Yes</cx:pt>
          <cx:pt idx="3274">No</cx:pt>
          <cx:pt idx="3275">No</cx:pt>
          <cx:pt idx="3276">Yes</cx:pt>
          <cx:pt idx="3277">No</cx:pt>
          <cx:pt idx="3278">No</cx:pt>
          <cx:pt idx="3279">No</cx:pt>
          <cx:pt idx="3280">No</cx:pt>
          <cx:pt idx="3281">No</cx:pt>
          <cx:pt idx="3282">No</cx:pt>
          <cx:pt idx="3283">No</cx:pt>
          <cx:pt idx="3284">No</cx:pt>
          <cx:pt idx="3285">No</cx:pt>
          <cx:pt idx="3286">Yes</cx:pt>
          <cx:pt idx="3287">Yes</cx:pt>
          <cx:pt idx="3288">No</cx:pt>
          <cx:pt idx="3289">No</cx:pt>
          <cx:pt idx="3290">No</cx:pt>
          <cx:pt idx="3291">No</cx:pt>
          <cx:pt idx="3292">No</cx:pt>
          <cx:pt idx="3293">No</cx:pt>
          <cx:pt idx="3294">Yes</cx:pt>
          <cx:pt idx="3295">No</cx:pt>
          <cx:pt idx="3296">No</cx:pt>
          <cx:pt idx="3297">No</cx:pt>
          <cx:pt idx="3298">No</cx:pt>
          <cx:pt idx="3299">No</cx:pt>
          <cx:pt idx="3300">No</cx:pt>
          <cx:pt idx="3301">Yes</cx:pt>
          <cx:pt idx="3302">Yes</cx:pt>
          <cx:pt idx="3303">Yes</cx:pt>
          <cx:pt idx="3304">No</cx:pt>
          <cx:pt idx="3305">No</cx:pt>
          <cx:pt idx="3306">No</cx:pt>
          <cx:pt idx="3307">No</cx:pt>
          <cx:pt idx="3308">No</cx:pt>
          <cx:pt idx="3309">No</cx:pt>
          <cx:pt idx="3310">Yes</cx:pt>
          <cx:pt idx="3311">No</cx:pt>
          <cx:pt idx="3312">No</cx:pt>
          <cx:pt idx="3313">No</cx:pt>
          <cx:pt idx="3314">No</cx:pt>
          <cx:pt idx="3315">No</cx:pt>
          <cx:pt idx="3316">No</cx:pt>
          <cx:pt idx="3317">No</cx:pt>
          <cx:pt idx="3318">Yes</cx:pt>
          <cx:pt idx="3319">Yes</cx:pt>
          <cx:pt idx="3320">No</cx:pt>
          <cx:pt idx="3321">No</cx:pt>
          <cx:pt idx="3322">Yes</cx:pt>
          <cx:pt idx="3323">No</cx:pt>
          <cx:pt idx="3324">No</cx:pt>
          <cx:pt idx="3325">Yes</cx:pt>
          <cx:pt idx="3326">Yes</cx:pt>
          <cx:pt idx="3327">No</cx:pt>
          <cx:pt idx="3328">No</cx:pt>
          <cx:pt idx="3329">No</cx:pt>
          <cx:pt idx="3330">Yes</cx:pt>
          <cx:pt idx="3331">No</cx:pt>
          <cx:pt idx="3332">Yes</cx:pt>
          <cx:pt idx="3333">No</cx:pt>
          <cx:pt idx="3334">Yes</cx:pt>
          <cx:pt idx="3335">No</cx:pt>
          <cx:pt idx="3336">No</cx:pt>
          <cx:pt idx="3337">No</cx:pt>
          <cx:pt idx="3338">Yes</cx:pt>
          <cx:pt idx="3339">No</cx:pt>
          <cx:pt idx="3340">Yes</cx:pt>
          <cx:pt idx="3341">No</cx:pt>
          <cx:pt idx="3342">No</cx:pt>
          <cx:pt idx="3343">No</cx:pt>
          <cx:pt idx="3344">Yes</cx:pt>
          <cx:pt idx="3345">No</cx:pt>
          <cx:pt idx="3346">No</cx:pt>
          <cx:pt idx="3347">No</cx:pt>
          <cx:pt idx="3348">No</cx:pt>
          <cx:pt idx="3349">Yes</cx:pt>
          <cx:pt idx="3350">Yes</cx:pt>
          <cx:pt idx="3351">Yes</cx:pt>
          <cx:pt idx="3352">Yes</cx:pt>
          <cx:pt idx="3353">No</cx:pt>
          <cx:pt idx="3354">No</cx:pt>
          <cx:pt idx="3355">No</cx:pt>
          <cx:pt idx="3356">Yes</cx:pt>
          <cx:pt idx="3357">Yes</cx:pt>
          <cx:pt idx="3358">No</cx:pt>
          <cx:pt idx="3359">No</cx:pt>
          <cx:pt idx="3360">Yes</cx:pt>
          <cx:pt idx="3361">No</cx:pt>
          <cx:pt idx="3362">Yes</cx:pt>
          <cx:pt idx="3363">No</cx:pt>
          <cx:pt idx="3364">Yes</cx:pt>
          <cx:pt idx="3365">No</cx:pt>
          <cx:pt idx="3366">No</cx:pt>
          <cx:pt idx="3367">No</cx:pt>
          <cx:pt idx="3368">No</cx:pt>
          <cx:pt idx="3369">No</cx:pt>
          <cx:pt idx="3370">No</cx:pt>
          <cx:pt idx="3371">Yes</cx:pt>
          <cx:pt idx="3372">No</cx:pt>
          <cx:pt idx="3373">Yes</cx:pt>
          <cx:pt idx="3374">Yes</cx:pt>
          <cx:pt idx="3375">No</cx:pt>
          <cx:pt idx="3376">No</cx:pt>
          <cx:pt idx="3377">No</cx:pt>
          <cx:pt idx="3378">No</cx:pt>
          <cx:pt idx="3379">No</cx:pt>
          <cx:pt idx="3380">Yes</cx:pt>
          <cx:pt idx="3381">No</cx:pt>
          <cx:pt idx="3382">No</cx:pt>
          <cx:pt idx="3383">Yes</cx:pt>
          <cx:pt idx="3384">Yes</cx:pt>
          <cx:pt idx="3385">Yes</cx:pt>
          <cx:pt idx="3386">No</cx:pt>
          <cx:pt idx="3387">No</cx:pt>
          <cx:pt idx="3388">No</cx:pt>
          <cx:pt idx="3389">No</cx:pt>
          <cx:pt idx="3390">No</cx:pt>
          <cx:pt idx="3391">No</cx:pt>
          <cx:pt idx="3392">No</cx:pt>
          <cx:pt idx="3393">No</cx:pt>
          <cx:pt idx="3394">No</cx:pt>
          <cx:pt idx="3395">No</cx:pt>
          <cx:pt idx="3396">No</cx:pt>
          <cx:pt idx="3397">No</cx:pt>
          <cx:pt idx="3398">No</cx:pt>
          <cx:pt idx="3399">No</cx:pt>
          <cx:pt idx="3400">No</cx:pt>
          <cx:pt idx="3401">No</cx:pt>
          <cx:pt idx="3402">Yes</cx:pt>
          <cx:pt idx="3403">No</cx:pt>
          <cx:pt idx="3404">No</cx:pt>
          <cx:pt idx="3405">No</cx:pt>
          <cx:pt idx="3406">No</cx:pt>
          <cx:pt idx="3407">No</cx:pt>
          <cx:pt idx="3408">Yes</cx:pt>
          <cx:pt idx="3409">No</cx:pt>
          <cx:pt idx="3410">Yes</cx:pt>
          <cx:pt idx="3411">Yes</cx:pt>
          <cx:pt idx="3412">No</cx:pt>
          <cx:pt idx="3413">No</cx:pt>
          <cx:pt idx="3414">No</cx:pt>
          <cx:pt idx="3415">Yes</cx:pt>
          <cx:pt idx="3416">No</cx:pt>
          <cx:pt idx="3417">No</cx:pt>
          <cx:pt idx="3418">No</cx:pt>
          <cx:pt idx="3419">No</cx:pt>
          <cx:pt idx="3420">No</cx:pt>
          <cx:pt idx="3421">No</cx:pt>
          <cx:pt idx="3422">No</cx:pt>
          <cx:pt idx="3423">Yes</cx:pt>
          <cx:pt idx="3424">Yes</cx:pt>
          <cx:pt idx="3425">No</cx:pt>
          <cx:pt idx="3426">Yes</cx:pt>
          <cx:pt idx="3427">No</cx:pt>
          <cx:pt idx="3428">Yes</cx:pt>
          <cx:pt idx="3429">No</cx:pt>
          <cx:pt idx="3430">No</cx:pt>
          <cx:pt idx="3431">Yes</cx:pt>
          <cx:pt idx="3432">No</cx:pt>
          <cx:pt idx="3433">No</cx:pt>
          <cx:pt idx="3434">No</cx:pt>
          <cx:pt idx="3435">No</cx:pt>
          <cx:pt idx="3436">No</cx:pt>
          <cx:pt idx="3437">No</cx:pt>
          <cx:pt idx="3438">Yes</cx:pt>
          <cx:pt idx="3439">Yes</cx:pt>
          <cx:pt idx="3440">No</cx:pt>
          <cx:pt idx="3441">No</cx:pt>
          <cx:pt idx="3442">No</cx:pt>
          <cx:pt idx="3443">No</cx:pt>
          <cx:pt idx="3444">No</cx:pt>
          <cx:pt idx="3445">No</cx:pt>
          <cx:pt idx="3446">No</cx:pt>
          <cx:pt idx="3447">No</cx:pt>
          <cx:pt idx="3448">Yes</cx:pt>
          <cx:pt idx="3449">No</cx:pt>
          <cx:pt idx="3450">No</cx:pt>
          <cx:pt idx="3451">No</cx:pt>
          <cx:pt idx="3452">No</cx:pt>
          <cx:pt idx="3453">No</cx:pt>
          <cx:pt idx="3454">No</cx:pt>
          <cx:pt idx="3455">Yes</cx:pt>
          <cx:pt idx="3456">No</cx:pt>
          <cx:pt idx="3457">No</cx:pt>
          <cx:pt idx="3458">Yes</cx:pt>
          <cx:pt idx="3459">No</cx:pt>
          <cx:pt idx="3460">No</cx:pt>
          <cx:pt idx="3461">No</cx:pt>
          <cx:pt idx="3462">Yes</cx:pt>
          <cx:pt idx="3463">No</cx:pt>
          <cx:pt idx="3464">No</cx:pt>
          <cx:pt idx="3465">No</cx:pt>
          <cx:pt idx="3466">No</cx:pt>
          <cx:pt idx="3467">Yes</cx:pt>
          <cx:pt idx="3468">No</cx:pt>
          <cx:pt idx="3469">No</cx:pt>
          <cx:pt idx="3470">No</cx:pt>
          <cx:pt idx="3471">No</cx:pt>
          <cx:pt idx="3472">No</cx:pt>
          <cx:pt idx="3473">Yes</cx:pt>
          <cx:pt idx="3474">No</cx:pt>
          <cx:pt idx="3475">No</cx:pt>
          <cx:pt idx="3476">No</cx:pt>
          <cx:pt idx="3477">No</cx:pt>
          <cx:pt idx="3478">No</cx:pt>
          <cx:pt idx="3479">Yes</cx:pt>
          <cx:pt idx="3480">No</cx:pt>
          <cx:pt idx="3481">No</cx:pt>
          <cx:pt idx="3482">No</cx:pt>
          <cx:pt idx="3483">No</cx:pt>
          <cx:pt idx="3484">No</cx:pt>
          <cx:pt idx="3485">Yes</cx:pt>
          <cx:pt idx="3486">No</cx:pt>
          <cx:pt idx="3487">No</cx:pt>
          <cx:pt idx="3488">No</cx:pt>
          <cx:pt idx="3489">No</cx:pt>
          <cx:pt idx="3490">Yes</cx:pt>
          <cx:pt idx="3491">No</cx:pt>
          <cx:pt idx="3492">No</cx:pt>
          <cx:pt idx="3493">No</cx:pt>
          <cx:pt idx="3494">Yes</cx:pt>
          <cx:pt idx="3495">Yes</cx:pt>
          <cx:pt idx="3496">No</cx:pt>
          <cx:pt idx="3497">No</cx:pt>
          <cx:pt idx="3498">Yes</cx:pt>
          <cx:pt idx="3499">Yes</cx:pt>
          <cx:pt idx="3500">No</cx:pt>
          <cx:pt idx="3501">No</cx:pt>
          <cx:pt idx="3502">No</cx:pt>
          <cx:pt idx="3503">No</cx:pt>
          <cx:pt idx="3504">No</cx:pt>
          <cx:pt idx="3505">No</cx:pt>
          <cx:pt idx="3506">No</cx:pt>
          <cx:pt idx="3507">No</cx:pt>
          <cx:pt idx="3508">No</cx:pt>
          <cx:pt idx="3509">No</cx:pt>
          <cx:pt idx="3510">No</cx:pt>
          <cx:pt idx="3511">No</cx:pt>
          <cx:pt idx="3512">No</cx:pt>
          <cx:pt idx="3513">No</cx:pt>
          <cx:pt idx="3514">No</cx:pt>
          <cx:pt idx="3515">No</cx:pt>
          <cx:pt idx="3516">Yes</cx:pt>
          <cx:pt idx="3517">Yes</cx:pt>
          <cx:pt idx="3518">No</cx:pt>
          <cx:pt idx="3519">No</cx:pt>
          <cx:pt idx="3520">No</cx:pt>
          <cx:pt idx="3521">No</cx:pt>
          <cx:pt idx="3522">No</cx:pt>
          <cx:pt idx="3523">No</cx:pt>
          <cx:pt idx="3524">Yes</cx:pt>
          <cx:pt idx="3525">Yes</cx:pt>
          <cx:pt idx="3526">Yes</cx:pt>
          <cx:pt idx="3527">Yes</cx:pt>
          <cx:pt idx="3528">Yes</cx:pt>
          <cx:pt idx="3529">No</cx:pt>
          <cx:pt idx="3530">No</cx:pt>
          <cx:pt idx="3531">No</cx:pt>
          <cx:pt idx="3532">Yes</cx:pt>
          <cx:pt idx="3533">No</cx:pt>
          <cx:pt idx="3534">Yes</cx:pt>
          <cx:pt idx="3535">No</cx:pt>
          <cx:pt idx="3536">No</cx:pt>
          <cx:pt idx="3537">No</cx:pt>
          <cx:pt idx="3538">No</cx:pt>
          <cx:pt idx="3539">Yes</cx:pt>
          <cx:pt idx="3540">No</cx:pt>
          <cx:pt idx="3541">No</cx:pt>
          <cx:pt idx="3542">No</cx:pt>
          <cx:pt idx="3543">No</cx:pt>
          <cx:pt idx="3544">Yes</cx:pt>
          <cx:pt idx="3545">No</cx:pt>
          <cx:pt idx="3546">No</cx:pt>
          <cx:pt idx="3547">No</cx:pt>
          <cx:pt idx="3548">No</cx:pt>
          <cx:pt idx="3549">No</cx:pt>
          <cx:pt idx="3550">Yes</cx:pt>
          <cx:pt idx="3551">Yes</cx:pt>
          <cx:pt idx="3552">No</cx:pt>
          <cx:pt idx="3553">No</cx:pt>
          <cx:pt idx="3554">No</cx:pt>
          <cx:pt idx="3555">Yes</cx:pt>
          <cx:pt idx="3556">No</cx:pt>
          <cx:pt idx="3557">No</cx:pt>
          <cx:pt idx="3558">No</cx:pt>
          <cx:pt idx="3559">No</cx:pt>
          <cx:pt idx="3560">No</cx:pt>
          <cx:pt idx="3561">Yes</cx:pt>
          <cx:pt idx="3562">Yes</cx:pt>
          <cx:pt idx="3563">No</cx:pt>
          <cx:pt idx="3564">No</cx:pt>
          <cx:pt idx="3565">Yes</cx:pt>
          <cx:pt idx="3566">No</cx:pt>
          <cx:pt idx="3567">Yes</cx:pt>
          <cx:pt idx="3568">No</cx:pt>
          <cx:pt idx="3569">No</cx:pt>
          <cx:pt idx="3570">No</cx:pt>
          <cx:pt idx="3571">No</cx:pt>
          <cx:pt idx="3572">No</cx:pt>
          <cx:pt idx="3573">No</cx:pt>
          <cx:pt idx="3574">No</cx:pt>
          <cx:pt idx="3575">No</cx:pt>
          <cx:pt idx="3576">No</cx:pt>
          <cx:pt idx="3577">Yes</cx:pt>
          <cx:pt idx="3578">No</cx:pt>
          <cx:pt idx="3579">No</cx:pt>
          <cx:pt idx="3580">Yes</cx:pt>
          <cx:pt idx="3581">No</cx:pt>
          <cx:pt idx="3582">No</cx:pt>
          <cx:pt idx="3583">No</cx:pt>
          <cx:pt idx="3584">No</cx:pt>
          <cx:pt idx="3585">No</cx:pt>
          <cx:pt idx="3586">Yes</cx:pt>
          <cx:pt idx="3587">Yes</cx:pt>
          <cx:pt idx="3588">No</cx:pt>
          <cx:pt idx="3589">No</cx:pt>
          <cx:pt idx="3590">No</cx:pt>
          <cx:pt idx="3591">Yes</cx:pt>
          <cx:pt idx="3592">Yes</cx:pt>
          <cx:pt idx="3593">Yes</cx:pt>
          <cx:pt idx="3594">No</cx:pt>
          <cx:pt idx="3595">Yes</cx:pt>
          <cx:pt idx="3596">Yes</cx:pt>
          <cx:pt idx="3597">No</cx:pt>
          <cx:pt idx="3598">No</cx:pt>
          <cx:pt idx="3599">No</cx:pt>
          <cx:pt idx="3600">Yes</cx:pt>
          <cx:pt idx="3601">No</cx:pt>
          <cx:pt idx="3602">No</cx:pt>
          <cx:pt idx="3603">Yes</cx:pt>
          <cx:pt idx="3604">No</cx:pt>
          <cx:pt idx="3605">No</cx:pt>
          <cx:pt idx="3606">No</cx:pt>
          <cx:pt idx="3607">No</cx:pt>
          <cx:pt idx="3608">Yes</cx:pt>
          <cx:pt idx="3609">No</cx:pt>
          <cx:pt idx="3610">Yes</cx:pt>
          <cx:pt idx="3611">No</cx:pt>
          <cx:pt idx="3612">No</cx:pt>
          <cx:pt idx="3613">No</cx:pt>
          <cx:pt idx="3614">No</cx:pt>
          <cx:pt idx="3615">Yes</cx:pt>
          <cx:pt idx="3616">No</cx:pt>
          <cx:pt idx="3617">Yes</cx:pt>
          <cx:pt idx="3618">No</cx:pt>
          <cx:pt idx="3619">No</cx:pt>
          <cx:pt idx="3620">No</cx:pt>
          <cx:pt idx="3621">Yes</cx:pt>
          <cx:pt idx="3622">No</cx:pt>
          <cx:pt idx="3623">No</cx:pt>
          <cx:pt idx="3624">No</cx:pt>
          <cx:pt idx="3625">No</cx:pt>
          <cx:pt idx="3626">No</cx:pt>
          <cx:pt idx="3627">No</cx:pt>
          <cx:pt idx="3628">No</cx:pt>
          <cx:pt idx="3629">No</cx:pt>
          <cx:pt idx="3630">Yes</cx:pt>
          <cx:pt idx="3631">Yes</cx:pt>
          <cx:pt idx="3632">No</cx:pt>
          <cx:pt idx="3633">No</cx:pt>
          <cx:pt idx="3634">No</cx:pt>
          <cx:pt idx="3635">No</cx:pt>
          <cx:pt idx="3636">No</cx:pt>
          <cx:pt idx="3637">Yes</cx:pt>
          <cx:pt idx="3638">Yes</cx:pt>
          <cx:pt idx="3639">No</cx:pt>
          <cx:pt idx="3640">Yes</cx:pt>
          <cx:pt idx="3641">No</cx:pt>
          <cx:pt idx="3642">No</cx:pt>
          <cx:pt idx="3643">No</cx:pt>
          <cx:pt idx="3644">No</cx:pt>
          <cx:pt idx="3645">No</cx:pt>
          <cx:pt idx="3646">No</cx:pt>
          <cx:pt idx="3647">No</cx:pt>
          <cx:pt idx="3648">No</cx:pt>
          <cx:pt idx="3649">No</cx:pt>
          <cx:pt idx="3650">No</cx:pt>
          <cx:pt idx="3651">No</cx:pt>
          <cx:pt idx="3652">Yes</cx:pt>
          <cx:pt idx="3653">No</cx:pt>
          <cx:pt idx="3654">No</cx:pt>
          <cx:pt idx="3655">No</cx:pt>
          <cx:pt idx="3656">No</cx:pt>
          <cx:pt idx="3657">No</cx:pt>
          <cx:pt idx="3658">No</cx:pt>
          <cx:pt idx="3659">No</cx:pt>
          <cx:pt idx="3660">No</cx:pt>
          <cx:pt idx="3661">No</cx:pt>
          <cx:pt idx="3662">Yes</cx:pt>
          <cx:pt idx="3663">No</cx:pt>
          <cx:pt idx="3664">No</cx:pt>
          <cx:pt idx="3665">No</cx:pt>
          <cx:pt idx="3666">Yes</cx:pt>
          <cx:pt idx="3667">No</cx:pt>
          <cx:pt idx="3668">No</cx:pt>
          <cx:pt idx="3669">No</cx:pt>
          <cx:pt idx="3670">No</cx:pt>
          <cx:pt idx="3671">Yes</cx:pt>
          <cx:pt idx="3672">Yes</cx:pt>
          <cx:pt idx="3673">Yes</cx:pt>
          <cx:pt idx="3674">Yes</cx:pt>
          <cx:pt idx="3675">No</cx:pt>
          <cx:pt idx="3676">No</cx:pt>
          <cx:pt idx="3677">No</cx:pt>
          <cx:pt idx="3678">No</cx:pt>
          <cx:pt idx="3679">Yes</cx:pt>
          <cx:pt idx="3680">Yes</cx:pt>
          <cx:pt idx="3681">Yes</cx:pt>
          <cx:pt idx="3682">Yes</cx:pt>
          <cx:pt idx="3683">No</cx:pt>
          <cx:pt idx="3684">No</cx:pt>
          <cx:pt idx="3685">No</cx:pt>
          <cx:pt idx="3686">Yes</cx:pt>
          <cx:pt idx="3687">Yes</cx:pt>
          <cx:pt idx="3688">No</cx:pt>
          <cx:pt idx="3689">Yes</cx:pt>
          <cx:pt idx="3690">Yes</cx:pt>
          <cx:pt idx="3691">No</cx:pt>
          <cx:pt idx="3692">No</cx:pt>
          <cx:pt idx="3693">No</cx:pt>
          <cx:pt idx="3694">Yes</cx:pt>
          <cx:pt idx="3695">No</cx:pt>
          <cx:pt idx="3696">Yes</cx:pt>
          <cx:pt idx="3697">No</cx:pt>
          <cx:pt idx="3698">No</cx:pt>
          <cx:pt idx="3699">No</cx:pt>
          <cx:pt idx="3700">Yes</cx:pt>
          <cx:pt idx="3701">No</cx:pt>
          <cx:pt idx="3702">Yes</cx:pt>
          <cx:pt idx="3703">No</cx:pt>
          <cx:pt idx="3704">No</cx:pt>
          <cx:pt idx="3705">No</cx:pt>
          <cx:pt idx="3706">No</cx:pt>
          <cx:pt idx="3707">No</cx:pt>
          <cx:pt idx="3708">No</cx:pt>
          <cx:pt idx="3709">No</cx:pt>
          <cx:pt idx="3710">No</cx:pt>
          <cx:pt idx="3711">No</cx:pt>
          <cx:pt idx="3712">No</cx:pt>
          <cx:pt idx="3713">Yes</cx:pt>
          <cx:pt idx="3714">No</cx:pt>
          <cx:pt idx="3715">No</cx:pt>
          <cx:pt idx="3716">Yes</cx:pt>
          <cx:pt idx="3717">No</cx:pt>
          <cx:pt idx="3718">No</cx:pt>
          <cx:pt idx="3719">No</cx:pt>
          <cx:pt idx="3720">No</cx:pt>
          <cx:pt idx="3721">Yes</cx:pt>
          <cx:pt idx="3722">No</cx:pt>
          <cx:pt idx="3723">No</cx:pt>
          <cx:pt idx="3724">No</cx:pt>
          <cx:pt idx="3725">Yes</cx:pt>
          <cx:pt idx="3726">Yes</cx:pt>
          <cx:pt idx="3727">Yes</cx:pt>
          <cx:pt idx="3728">No</cx:pt>
          <cx:pt idx="3729">No</cx:pt>
          <cx:pt idx="3730">Yes</cx:pt>
          <cx:pt idx="3731">No</cx:pt>
          <cx:pt idx="3732">No</cx:pt>
          <cx:pt idx="3733">No</cx:pt>
          <cx:pt idx="3734">No</cx:pt>
          <cx:pt idx="3735">No</cx:pt>
          <cx:pt idx="3736">No</cx:pt>
          <cx:pt idx="3737">Yes</cx:pt>
          <cx:pt idx="3738">No</cx:pt>
          <cx:pt idx="3739">No</cx:pt>
          <cx:pt idx="3740">No</cx:pt>
          <cx:pt idx="3741">No</cx:pt>
          <cx:pt idx="3742">No</cx:pt>
          <cx:pt idx="3743">Yes</cx:pt>
          <cx:pt idx="3744">No</cx:pt>
          <cx:pt idx="3745">Yes</cx:pt>
          <cx:pt idx="3746">Yes</cx:pt>
          <cx:pt idx="3747">No</cx:pt>
          <cx:pt idx="3748">No</cx:pt>
          <cx:pt idx="3749">Yes</cx:pt>
          <cx:pt idx="3750">No</cx:pt>
          <cx:pt idx="3751">No</cx:pt>
          <cx:pt idx="3752">No</cx:pt>
          <cx:pt idx="3753">No</cx:pt>
          <cx:pt idx="3754">No</cx:pt>
          <cx:pt idx="3755">Yes</cx:pt>
          <cx:pt idx="3756">Yes</cx:pt>
          <cx:pt idx="3757">No</cx:pt>
          <cx:pt idx="3758">No</cx:pt>
          <cx:pt idx="3759">Yes</cx:pt>
          <cx:pt idx="3760">No</cx:pt>
          <cx:pt idx="3761">No</cx:pt>
          <cx:pt idx="3762">No</cx:pt>
          <cx:pt idx="3763">Yes</cx:pt>
          <cx:pt idx="3764">No</cx:pt>
          <cx:pt idx="3765">No</cx:pt>
          <cx:pt idx="3766">Yes</cx:pt>
          <cx:pt idx="3767">No</cx:pt>
          <cx:pt idx="3768">No</cx:pt>
          <cx:pt idx="3769">No</cx:pt>
          <cx:pt idx="3770">No</cx:pt>
          <cx:pt idx="3771">Yes</cx:pt>
          <cx:pt idx="3772">Yes</cx:pt>
          <cx:pt idx="3773">Yes</cx:pt>
          <cx:pt idx="3774">No</cx:pt>
          <cx:pt idx="3775">Yes</cx:pt>
          <cx:pt idx="3776">No</cx:pt>
          <cx:pt idx="3777">No</cx:pt>
          <cx:pt idx="3778">No</cx:pt>
          <cx:pt idx="3779">Yes</cx:pt>
          <cx:pt idx="3780">No</cx:pt>
          <cx:pt idx="3781">No</cx:pt>
          <cx:pt idx="3782">No</cx:pt>
          <cx:pt idx="3783">No</cx:pt>
          <cx:pt idx="3784">Yes</cx:pt>
          <cx:pt idx="3785">Yes</cx:pt>
          <cx:pt idx="3786">No</cx:pt>
          <cx:pt idx="3787">No</cx:pt>
          <cx:pt idx="3788">Yes</cx:pt>
          <cx:pt idx="3789">No</cx:pt>
          <cx:pt idx="3790">Yes</cx:pt>
          <cx:pt idx="3791">No</cx:pt>
          <cx:pt idx="3792">Yes</cx:pt>
          <cx:pt idx="3793">No</cx:pt>
          <cx:pt idx="3794">No</cx:pt>
          <cx:pt idx="3795">No</cx:pt>
          <cx:pt idx="3796">Yes</cx:pt>
          <cx:pt idx="3797">No</cx:pt>
          <cx:pt idx="3798">No</cx:pt>
          <cx:pt idx="3799">Yes</cx:pt>
          <cx:pt idx="3800">No</cx:pt>
          <cx:pt idx="3801">Yes</cx:pt>
          <cx:pt idx="3802">No</cx:pt>
          <cx:pt idx="3803">Yes</cx:pt>
          <cx:pt idx="3804">No</cx:pt>
          <cx:pt idx="3805">Yes</cx:pt>
          <cx:pt idx="3806">No</cx:pt>
          <cx:pt idx="3807">Yes</cx:pt>
          <cx:pt idx="3808">No</cx:pt>
          <cx:pt idx="3809">No</cx:pt>
          <cx:pt idx="3810">No</cx:pt>
          <cx:pt idx="3811">No</cx:pt>
          <cx:pt idx="3812">No</cx:pt>
          <cx:pt idx="3813">No</cx:pt>
          <cx:pt idx="3814">No</cx:pt>
          <cx:pt idx="3815">Yes</cx:pt>
          <cx:pt idx="3816">No</cx:pt>
          <cx:pt idx="3817">No</cx:pt>
          <cx:pt idx="3818">No</cx:pt>
          <cx:pt idx="3819">No</cx:pt>
          <cx:pt idx="3820">No</cx:pt>
          <cx:pt idx="3821">Yes</cx:pt>
          <cx:pt idx="3822">No</cx:pt>
          <cx:pt idx="3823">No</cx:pt>
          <cx:pt idx="3824">No</cx:pt>
          <cx:pt idx="3825">No</cx:pt>
          <cx:pt idx="3826">No</cx:pt>
          <cx:pt idx="3827">No</cx:pt>
          <cx:pt idx="3828">No</cx:pt>
          <cx:pt idx="3829">Yes</cx:pt>
          <cx:pt idx="3830">Yes</cx:pt>
          <cx:pt idx="3831">Yes</cx:pt>
          <cx:pt idx="3832">No</cx:pt>
          <cx:pt idx="3833">No</cx:pt>
          <cx:pt idx="3834">Yes</cx:pt>
          <cx:pt idx="3835">No</cx:pt>
          <cx:pt idx="3836">No</cx:pt>
          <cx:pt idx="3837">Yes</cx:pt>
          <cx:pt idx="3838">No</cx:pt>
          <cx:pt idx="3839">No</cx:pt>
          <cx:pt idx="3840">No</cx:pt>
          <cx:pt idx="3841">Yes</cx:pt>
          <cx:pt idx="3842">No</cx:pt>
          <cx:pt idx="3843">Yes</cx:pt>
          <cx:pt idx="3844">Yes</cx:pt>
          <cx:pt idx="3845">Yes</cx:pt>
          <cx:pt idx="3846">No</cx:pt>
          <cx:pt idx="3847">No</cx:pt>
          <cx:pt idx="3848">No</cx:pt>
          <cx:pt idx="3849">Yes</cx:pt>
          <cx:pt idx="3850">No</cx:pt>
          <cx:pt idx="3851">No</cx:pt>
          <cx:pt idx="3852">No</cx:pt>
          <cx:pt idx="3853">No</cx:pt>
          <cx:pt idx="3854">No</cx:pt>
          <cx:pt idx="3855">No</cx:pt>
          <cx:pt idx="3856">No</cx:pt>
          <cx:pt idx="3857">No</cx:pt>
          <cx:pt idx="3858">No</cx:pt>
          <cx:pt idx="3859">No</cx:pt>
          <cx:pt idx="3860">No</cx:pt>
          <cx:pt idx="3861">No</cx:pt>
          <cx:pt idx="3862">No</cx:pt>
          <cx:pt idx="3863">No</cx:pt>
          <cx:pt idx="3864">Yes</cx:pt>
          <cx:pt idx="3865">No</cx:pt>
          <cx:pt idx="3866">No</cx:pt>
          <cx:pt idx="3867">No</cx:pt>
          <cx:pt idx="3868">Yes</cx:pt>
          <cx:pt idx="3869">No</cx:pt>
          <cx:pt idx="3870">No</cx:pt>
          <cx:pt idx="3871">Yes</cx:pt>
          <cx:pt idx="3872">No</cx:pt>
          <cx:pt idx="3873">No</cx:pt>
          <cx:pt idx="3874">No</cx:pt>
          <cx:pt idx="3875">Yes</cx:pt>
          <cx:pt idx="3876">No</cx:pt>
          <cx:pt idx="3877">Yes</cx:pt>
          <cx:pt idx="3878">No</cx:pt>
          <cx:pt idx="3879">Yes</cx:pt>
          <cx:pt idx="3880">No</cx:pt>
          <cx:pt idx="3881">No</cx:pt>
          <cx:pt idx="3882">No</cx:pt>
          <cx:pt idx="3883">No</cx:pt>
          <cx:pt idx="3884">No</cx:pt>
          <cx:pt idx="3885">No</cx:pt>
          <cx:pt idx="3886">No</cx:pt>
          <cx:pt idx="3887">Yes</cx:pt>
          <cx:pt idx="3888">Yes</cx:pt>
          <cx:pt idx="3889">No</cx:pt>
          <cx:pt idx="3890">Yes</cx:pt>
          <cx:pt idx="3891">No</cx:pt>
          <cx:pt idx="3892">No</cx:pt>
          <cx:pt idx="3893">No</cx:pt>
          <cx:pt idx="3894">No</cx:pt>
          <cx:pt idx="3895">No</cx:pt>
          <cx:pt idx="3896">No</cx:pt>
          <cx:pt idx="3897">No</cx:pt>
          <cx:pt idx="3898">No</cx:pt>
          <cx:pt idx="3899">No</cx:pt>
          <cx:pt idx="3900">No</cx:pt>
          <cx:pt idx="3901">No</cx:pt>
          <cx:pt idx="3902">No</cx:pt>
          <cx:pt idx="3903">No</cx:pt>
          <cx:pt idx="3904">No</cx:pt>
          <cx:pt idx="3905">Yes</cx:pt>
          <cx:pt idx="3906">Yes</cx:pt>
          <cx:pt idx="3907">No</cx:pt>
          <cx:pt idx="3908">No</cx:pt>
          <cx:pt idx="3909">No</cx:pt>
          <cx:pt idx="3910">Yes</cx:pt>
          <cx:pt idx="3911">Yes</cx:pt>
          <cx:pt idx="3912">No</cx:pt>
          <cx:pt idx="3913">No</cx:pt>
          <cx:pt idx="3914">No</cx:pt>
          <cx:pt idx="3915">No</cx:pt>
          <cx:pt idx="3916">No</cx:pt>
          <cx:pt idx="3917">Yes</cx:pt>
          <cx:pt idx="3918">Yes</cx:pt>
          <cx:pt idx="3919">Yes</cx:pt>
          <cx:pt idx="3920">No</cx:pt>
          <cx:pt idx="3921">No</cx:pt>
          <cx:pt idx="3922">No</cx:pt>
          <cx:pt idx="3923">Yes</cx:pt>
          <cx:pt idx="3924">Yes</cx:pt>
          <cx:pt idx="3925">No</cx:pt>
          <cx:pt idx="3926">No</cx:pt>
          <cx:pt idx="3927">Yes</cx:pt>
          <cx:pt idx="3928">No</cx:pt>
          <cx:pt idx="3929">No</cx:pt>
          <cx:pt idx="3930">No</cx:pt>
          <cx:pt idx="3931">No</cx:pt>
          <cx:pt idx="3932">Yes</cx:pt>
          <cx:pt idx="3933">No</cx:pt>
          <cx:pt idx="3934">No</cx:pt>
          <cx:pt idx="3935">No</cx:pt>
          <cx:pt idx="3936">No</cx:pt>
          <cx:pt idx="3937">No</cx:pt>
          <cx:pt idx="3938">No</cx:pt>
          <cx:pt idx="3939">Yes</cx:pt>
          <cx:pt idx="3940">No</cx:pt>
          <cx:pt idx="3941">No</cx:pt>
          <cx:pt idx="3942">Yes</cx:pt>
          <cx:pt idx="3943">No</cx:pt>
          <cx:pt idx="3944">No</cx:pt>
          <cx:pt idx="3945">Yes</cx:pt>
          <cx:pt idx="3946">Yes</cx:pt>
          <cx:pt idx="3947">No</cx:pt>
          <cx:pt idx="3948">No</cx:pt>
          <cx:pt idx="3949">No</cx:pt>
          <cx:pt idx="3950">Yes</cx:pt>
          <cx:pt idx="3951">No</cx:pt>
          <cx:pt idx="3952">No</cx:pt>
          <cx:pt idx="3953">Yes</cx:pt>
          <cx:pt idx="3954">No</cx:pt>
          <cx:pt idx="3955">No</cx:pt>
          <cx:pt idx="3956">Yes</cx:pt>
          <cx:pt idx="3957">No</cx:pt>
          <cx:pt idx="3958">Yes</cx:pt>
          <cx:pt idx="3959">No</cx:pt>
          <cx:pt idx="3960">No</cx:pt>
          <cx:pt idx="3961">No</cx:pt>
          <cx:pt idx="3962">Yes</cx:pt>
          <cx:pt idx="3963">No</cx:pt>
          <cx:pt idx="3964">No</cx:pt>
          <cx:pt idx="3965">No</cx:pt>
          <cx:pt idx="3966">No</cx:pt>
          <cx:pt idx="3967">No</cx:pt>
          <cx:pt idx="3968">No</cx:pt>
          <cx:pt idx="3969">No</cx:pt>
          <cx:pt idx="3970">No</cx:pt>
          <cx:pt idx="3971">Yes</cx:pt>
          <cx:pt idx="3972">No</cx:pt>
          <cx:pt idx="3973">No</cx:pt>
          <cx:pt idx="3974">No</cx:pt>
          <cx:pt idx="3975">Yes</cx:pt>
          <cx:pt idx="3976">Yes</cx:pt>
          <cx:pt idx="3977">No</cx:pt>
          <cx:pt idx="3978">No</cx:pt>
          <cx:pt idx="3979">No</cx:pt>
          <cx:pt idx="3980">Yes</cx:pt>
          <cx:pt idx="3981">No</cx:pt>
          <cx:pt idx="3982">No</cx:pt>
          <cx:pt idx="3983">Yes</cx:pt>
          <cx:pt idx="3984">No</cx:pt>
          <cx:pt idx="3985">No</cx:pt>
          <cx:pt idx="3986">No</cx:pt>
          <cx:pt idx="3987">Yes</cx:pt>
          <cx:pt idx="3988">No</cx:pt>
          <cx:pt idx="3989">No</cx:pt>
          <cx:pt idx="3990">No</cx:pt>
          <cx:pt idx="3991">Yes</cx:pt>
          <cx:pt idx="3992">No</cx:pt>
          <cx:pt idx="3993">No</cx:pt>
          <cx:pt idx="3994">Yes</cx:pt>
          <cx:pt idx="3995">Yes</cx:pt>
          <cx:pt idx="3996">No</cx:pt>
          <cx:pt idx="3997">No</cx:pt>
          <cx:pt idx="3998">No</cx:pt>
          <cx:pt idx="3999">Yes</cx:pt>
          <cx:pt idx="4000">No</cx:pt>
          <cx:pt idx="4001">No</cx:pt>
          <cx:pt idx="4002">No</cx:pt>
          <cx:pt idx="4003">No</cx:pt>
          <cx:pt idx="4004">No</cx:pt>
          <cx:pt idx="4005">Yes</cx:pt>
          <cx:pt idx="4006">No</cx:pt>
          <cx:pt idx="4007">No</cx:pt>
          <cx:pt idx="4008">No</cx:pt>
          <cx:pt idx="4009">No</cx:pt>
          <cx:pt idx="4010">No</cx:pt>
          <cx:pt idx="4011">No</cx:pt>
          <cx:pt idx="4012">Yes</cx:pt>
          <cx:pt idx="4013">No</cx:pt>
          <cx:pt idx="4014">No</cx:pt>
          <cx:pt idx="4015">No</cx:pt>
          <cx:pt idx="4016">No</cx:pt>
          <cx:pt idx="4017">No</cx:pt>
          <cx:pt idx="4018">No</cx:pt>
          <cx:pt idx="4019">Yes</cx:pt>
          <cx:pt idx="4020">No</cx:pt>
          <cx:pt idx="4021">Yes</cx:pt>
          <cx:pt idx="4022">No</cx:pt>
          <cx:pt idx="4023">No</cx:pt>
          <cx:pt idx="4024">No</cx:pt>
          <cx:pt idx="4025">Yes</cx:pt>
          <cx:pt idx="4026">No</cx:pt>
          <cx:pt idx="4027">Yes</cx:pt>
          <cx:pt idx="4028">No</cx:pt>
          <cx:pt idx="4029">No</cx:pt>
          <cx:pt idx="4030">No</cx:pt>
          <cx:pt idx="4031">No</cx:pt>
          <cx:pt idx="4032">No</cx:pt>
          <cx:pt idx="4033">No</cx:pt>
          <cx:pt idx="4034">No</cx:pt>
          <cx:pt idx="4035">No</cx:pt>
          <cx:pt idx="4036">No</cx:pt>
          <cx:pt idx="4037">No</cx:pt>
          <cx:pt idx="4038">No</cx:pt>
          <cx:pt idx="4039">No</cx:pt>
          <cx:pt idx="4040">No</cx:pt>
          <cx:pt idx="4041">No</cx:pt>
          <cx:pt idx="4042">No</cx:pt>
          <cx:pt idx="4043">No</cx:pt>
          <cx:pt idx="4044">No</cx:pt>
          <cx:pt idx="4045">Yes</cx:pt>
          <cx:pt idx="4046">No</cx:pt>
          <cx:pt idx="4047">No</cx:pt>
          <cx:pt idx="4048">No</cx:pt>
          <cx:pt idx="4049">No</cx:pt>
          <cx:pt idx="4050">No</cx:pt>
          <cx:pt idx="4051">No</cx:pt>
          <cx:pt idx="4052">Yes</cx:pt>
          <cx:pt idx="4053">No</cx:pt>
          <cx:pt idx="4054">No</cx:pt>
          <cx:pt idx="4055">No</cx:pt>
          <cx:pt idx="4056">Yes</cx:pt>
          <cx:pt idx="4057">No</cx:pt>
          <cx:pt idx="4058">Yes</cx:pt>
          <cx:pt idx="4059">Yes</cx:pt>
          <cx:pt idx="4060">No</cx:pt>
          <cx:pt idx="4061">No</cx:pt>
          <cx:pt idx="4062">Yes</cx:pt>
          <cx:pt idx="4063">Yes</cx:pt>
          <cx:pt idx="4064">No</cx:pt>
          <cx:pt idx="4065">Yes</cx:pt>
          <cx:pt idx="4066">No</cx:pt>
          <cx:pt idx="4067">No</cx:pt>
          <cx:pt idx="4068">No</cx:pt>
          <cx:pt idx="4069">No</cx:pt>
          <cx:pt idx="4070">No</cx:pt>
          <cx:pt idx="4071">No</cx:pt>
          <cx:pt idx="4072">No</cx:pt>
          <cx:pt idx="4073">Yes</cx:pt>
          <cx:pt idx="4074">Yes</cx:pt>
          <cx:pt idx="4075">No</cx:pt>
          <cx:pt idx="4076">No</cx:pt>
          <cx:pt idx="4077">No</cx:pt>
          <cx:pt idx="4078">Yes</cx:pt>
          <cx:pt idx="4079">No</cx:pt>
          <cx:pt idx="4080">No</cx:pt>
          <cx:pt idx="4081">Yes</cx:pt>
          <cx:pt idx="4082">Yes</cx:pt>
          <cx:pt idx="4083">Yes</cx:pt>
          <cx:pt idx="4084">Yes</cx:pt>
          <cx:pt idx="4085">No</cx:pt>
          <cx:pt idx="4086">No</cx:pt>
          <cx:pt idx="4087">No</cx:pt>
          <cx:pt idx="4088">Yes</cx:pt>
          <cx:pt idx="4089">Yes</cx:pt>
          <cx:pt idx="4090">No</cx:pt>
          <cx:pt idx="4091">No</cx:pt>
          <cx:pt idx="4092">No</cx:pt>
          <cx:pt idx="4093">No</cx:pt>
          <cx:pt idx="4094">No</cx:pt>
          <cx:pt idx="4095">No</cx:pt>
          <cx:pt idx="4096">No</cx:pt>
          <cx:pt idx="4097">No</cx:pt>
          <cx:pt idx="4098">Yes</cx:pt>
          <cx:pt idx="4099">No</cx:pt>
          <cx:pt idx="4100">No</cx:pt>
          <cx:pt idx="4101">No</cx:pt>
          <cx:pt idx="4102">No</cx:pt>
          <cx:pt idx="4103">No</cx:pt>
          <cx:pt idx="4104">No</cx:pt>
          <cx:pt idx="4105">No</cx:pt>
          <cx:pt idx="4106">Yes</cx:pt>
          <cx:pt idx="4107">No</cx:pt>
          <cx:pt idx="4108">No</cx:pt>
          <cx:pt idx="4109">Yes</cx:pt>
          <cx:pt idx="4110">No</cx:pt>
          <cx:pt idx="4111">No</cx:pt>
          <cx:pt idx="4112">No</cx:pt>
          <cx:pt idx="4113">No</cx:pt>
          <cx:pt idx="4114">No</cx:pt>
          <cx:pt idx="4115">No</cx:pt>
          <cx:pt idx="4116">No</cx:pt>
          <cx:pt idx="4117">No</cx:pt>
          <cx:pt idx="4118">No</cx:pt>
          <cx:pt idx="4119">No</cx:pt>
          <cx:pt idx="4120">No</cx:pt>
          <cx:pt idx="4121">Yes</cx:pt>
          <cx:pt idx="4122">No</cx:pt>
          <cx:pt idx="4123">No</cx:pt>
          <cx:pt idx="4124">No</cx:pt>
          <cx:pt idx="4125">No</cx:pt>
          <cx:pt idx="4126">No</cx:pt>
          <cx:pt idx="4127">No</cx:pt>
          <cx:pt idx="4128">Yes</cx:pt>
          <cx:pt idx="4129">No</cx:pt>
          <cx:pt idx="4130">No</cx:pt>
          <cx:pt idx="4131">Yes</cx:pt>
          <cx:pt idx="4132">Yes</cx:pt>
          <cx:pt idx="4133">No</cx:pt>
          <cx:pt idx="4134">No</cx:pt>
          <cx:pt idx="4135">No</cx:pt>
          <cx:pt idx="4136">No</cx:pt>
          <cx:pt idx="4137">No</cx:pt>
          <cx:pt idx="4138">Yes</cx:pt>
          <cx:pt idx="4139">No</cx:pt>
          <cx:pt idx="4140">Yes</cx:pt>
          <cx:pt idx="4141">No</cx:pt>
          <cx:pt idx="4142">No</cx:pt>
          <cx:pt idx="4143">Yes</cx:pt>
          <cx:pt idx="4144">No</cx:pt>
          <cx:pt idx="4145">No</cx:pt>
          <cx:pt idx="4146">Yes</cx:pt>
          <cx:pt idx="4147">No</cx:pt>
          <cx:pt idx="4148">No</cx:pt>
          <cx:pt idx="4149">Yes</cx:pt>
          <cx:pt idx="4150">No</cx:pt>
          <cx:pt idx="4151">No</cx:pt>
          <cx:pt idx="4152">No</cx:pt>
          <cx:pt idx="4153">No</cx:pt>
          <cx:pt idx="4154">Yes</cx:pt>
          <cx:pt idx="4155">No</cx:pt>
          <cx:pt idx="4156">No</cx:pt>
          <cx:pt idx="4157">No</cx:pt>
          <cx:pt idx="4158">No</cx:pt>
          <cx:pt idx="4159">No</cx:pt>
          <cx:pt idx="4160">No</cx:pt>
          <cx:pt idx="4161">No</cx:pt>
          <cx:pt idx="4162">No</cx:pt>
          <cx:pt idx="4163">No</cx:pt>
          <cx:pt idx="4164">No</cx:pt>
          <cx:pt idx="4165">No</cx:pt>
          <cx:pt idx="4166">No</cx:pt>
          <cx:pt idx="4167">No</cx:pt>
          <cx:pt idx="4168">No</cx:pt>
          <cx:pt idx="4169">Yes</cx:pt>
          <cx:pt idx="4170">No</cx:pt>
          <cx:pt idx="4171">Yes</cx:pt>
          <cx:pt idx="4172">No</cx:pt>
          <cx:pt idx="4173">No</cx:pt>
          <cx:pt idx="4174">Yes</cx:pt>
          <cx:pt idx="4175">No</cx:pt>
          <cx:pt idx="4176">No</cx:pt>
          <cx:pt idx="4177">No</cx:pt>
          <cx:pt idx="4178">No</cx:pt>
          <cx:pt idx="4179">No</cx:pt>
          <cx:pt idx="4180">Yes</cx:pt>
          <cx:pt idx="4181">No</cx:pt>
          <cx:pt idx="4182">Yes</cx:pt>
          <cx:pt idx="4183">No</cx:pt>
          <cx:pt idx="4184">Yes</cx:pt>
          <cx:pt idx="4185">No</cx:pt>
          <cx:pt idx="4186">No</cx:pt>
          <cx:pt idx="4187">No</cx:pt>
          <cx:pt idx="4188">Yes</cx:pt>
          <cx:pt idx="4189">No</cx:pt>
          <cx:pt idx="4190">Yes</cx:pt>
          <cx:pt idx="4191">No</cx:pt>
          <cx:pt idx="4192">No</cx:pt>
          <cx:pt idx="4193">No</cx:pt>
          <cx:pt idx="4194">No</cx:pt>
          <cx:pt idx="4195">No</cx:pt>
          <cx:pt idx="4196">No</cx:pt>
          <cx:pt idx="4197">No</cx:pt>
          <cx:pt idx="4198">No</cx:pt>
          <cx:pt idx="4199">Yes</cx:pt>
          <cx:pt idx="4200">No</cx:pt>
          <cx:pt idx="4201">No</cx:pt>
          <cx:pt idx="4202">No</cx:pt>
          <cx:pt idx="4203">No</cx:pt>
          <cx:pt idx="4204">No</cx:pt>
          <cx:pt idx="4205">No</cx:pt>
          <cx:pt idx="4206">No</cx:pt>
          <cx:pt idx="4207">No</cx:pt>
          <cx:pt idx="4208">No</cx:pt>
          <cx:pt idx="4209">No</cx:pt>
          <cx:pt idx="4210">No</cx:pt>
          <cx:pt idx="4211">Yes</cx:pt>
          <cx:pt idx="4212">Yes</cx:pt>
          <cx:pt idx="4213">Yes</cx:pt>
          <cx:pt idx="4214">Yes</cx:pt>
          <cx:pt idx="4215">No</cx:pt>
          <cx:pt idx="4216">No</cx:pt>
          <cx:pt idx="4217">No</cx:pt>
          <cx:pt idx="4218">No</cx:pt>
          <cx:pt idx="4219">No</cx:pt>
          <cx:pt idx="4220">No</cx:pt>
          <cx:pt idx="4221">No</cx:pt>
          <cx:pt idx="4222">No</cx:pt>
          <cx:pt idx="4223">No</cx:pt>
          <cx:pt idx="4224">No</cx:pt>
          <cx:pt idx="4225">No</cx:pt>
          <cx:pt idx="4226">Yes</cx:pt>
          <cx:pt idx="4227">No</cx:pt>
          <cx:pt idx="4228">Yes</cx:pt>
          <cx:pt idx="4229">No</cx:pt>
          <cx:pt idx="4230">Yes</cx:pt>
          <cx:pt idx="4231">No</cx:pt>
          <cx:pt idx="4232">Yes</cx:pt>
          <cx:pt idx="4233">No</cx:pt>
          <cx:pt idx="4234">No</cx:pt>
          <cx:pt idx="4235">No</cx:pt>
          <cx:pt idx="4236">No</cx:pt>
          <cx:pt idx="4237">Yes</cx:pt>
          <cx:pt idx="4238">No</cx:pt>
          <cx:pt idx="4239">No</cx:pt>
          <cx:pt idx="4240">Yes</cx:pt>
          <cx:pt idx="4241">Yes</cx:pt>
          <cx:pt idx="4242">No</cx:pt>
          <cx:pt idx="4243">No</cx:pt>
          <cx:pt idx="4244">No</cx:pt>
          <cx:pt idx="4245">No</cx:pt>
          <cx:pt idx="4246">No</cx:pt>
          <cx:pt idx="4247">No</cx:pt>
          <cx:pt idx="4248">No</cx:pt>
          <cx:pt idx="4249">No</cx:pt>
          <cx:pt idx="4250">No</cx:pt>
          <cx:pt idx="4251">No</cx:pt>
          <cx:pt idx="4252">No</cx:pt>
          <cx:pt idx="4253">No</cx:pt>
          <cx:pt idx="4254">Yes</cx:pt>
          <cx:pt idx="4255">Yes</cx:pt>
          <cx:pt idx="4256">No</cx:pt>
          <cx:pt idx="4257">No</cx:pt>
          <cx:pt idx="4258">Yes</cx:pt>
          <cx:pt idx="4259">Yes</cx:pt>
          <cx:pt idx="4260">No</cx:pt>
          <cx:pt idx="4261">No</cx:pt>
          <cx:pt idx="4262">Yes</cx:pt>
          <cx:pt idx="4263">No</cx:pt>
          <cx:pt idx="4264">No</cx:pt>
          <cx:pt idx="4265">Yes</cx:pt>
          <cx:pt idx="4266">Yes</cx:pt>
          <cx:pt idx="4267">No</cx:pt>
          <cx:pt idx="4268">No</cx:pt>
          <cx:pt idx="4269">Yes</cx:pt>
          <cx:pt idx="4270">No</cx:pt>
          <cx:pt idx="4271">No</cx:pt>
          <cx:pt idx="4272">Yes</cx:pt>
          <cx:pt idx="4273">Yes</cx:pt>
          <cx:pt idx="4274">No</cx:pt>
          <cx:pt idx="4275">No</cx:pt>
          <cx:pt idx="4276">Yes</cx:pt>
          <cx:pt idx="4277">No</cx:pt>
          <cx:pt idx="4278">No</cx:pt>
          <cx:pt idx="4279">No</cx:pt>
          <cx:pt idx="4280">No</cx:pt>
          <cx:pt idx="4281">No</cx:pt>
          <cx:pt idx="4282">No</cx:pt>
          <cx:pt idx="4283">No</cx:pt>
          <cx:pt idx="4284">No</cx:pt>
          <cx:pt idx="4285">No</cx:pt>
          <cx:pt idx="4286">No</cx:pt>
          <cx:pt idx="4287">Yes</cx:pt>
          <cx:pt idx="4288">Yes</cx:pt>
          <cx:pt idx="4289">No</cx:pt>
          <cx:pt idx="4290">Yes</cx:pt>
          <cx:pt idx="4291">No</cx:pt>
          <cx:pt idx="4292">Yes</cx:pt>
          <cx:pt idx="4293">Yes</cx:pt>
          <cx:pt idx="4294">No</cx:pt>
          <cx:pt idx="4295">No</cx:pt>
          <cx:pt idx="4296">Yes</cx:pt>
          <cx:pt idx="4297">No</cx:pt>
          <cx:pt idx="4298">No</cx:pt>
          <cx:pt idx="4299">No</cx:pt>
          <cx:pt idx="4300">No</cx:pt>
          <cx:pt idx="4301">No</cx:pt>
          <cx:pt idx="4302">No</cx:pt>
          <cx:pt idx="4303">No</cx:pt>
          <cx:pt idx="4304">No</cx:pt>
          <cx:pt idx="4305">No</cx:pt>
          <cx:pt idx="4306">No</cx:pt>
          <cx:pt idx="4307">Yes</cx:pt>
          <cx:pt idx="4308">No</cx:pt>
          <cx:pt idx="4309">No</cx:pt>
          <cx:pt idx="4310">No</cx:pt>
          <cx:pt idx="4311">Yes</cx:pt>
          <cx:pt idx="4312">No</cx:pt>
          <cx:pt idx="4313">No</cx:pt>
          <cx:pt idx="4314">Yes</cx:pt>
          <cx:pt idx="4315">Yes</cx:pt>
          <cx:pt idx="4316">No</cx:pt>
          <cx:pt idx="4317">No</cx:pt>
          <cx:pt idx="4318">No</cx:pt>
          <cx:pt idx="4319">No</cx:pt>
          <cx:pt idx="4320">No</cx:pt>
          <cx:pt idx="4321">No</cx:pt>
          <cx:pt idx="4322">No</cx:pt>
          <cx:pt idx="4323">Yes</cx:pt>
          <cx:pt idx="4324">No</cx:pt>
          <cx:pt idx="4325">No</cx:pt>
          <cx:pt idx="4326">Yes</cx:pt>
          <cx:pt idx="4327">No</cx:pt>
          <cx:pt idx="4328">No</cx:pt>
          <cx:pt idx="4329">Yes</cx:pt>
          <cx:pt idx="4330">Yes</cx:pt>
          <cx:pt idx="4331">No</cx:pt>
          <cx:pt idx="4332">No</cx:pt>
          <cx:pt idx="4333">No</cx:pt>
          <cx:pt idx="4334">No</cx:pt>
          <cx:pt idx="4335">No</cx:pt>
          <cx:pt idx="4336">No</cx:pt>
          <cx:pt idx="4337">No</cx:pt>
          <cx:pt idx="4338">No</cx:pt>
          <cx:pt idx="4339">No</cx:pt>
          <cx:pt idx="4340">No</cx:pt>
          <cx:pt idx="4341">Yes</cx:pt>
          <cx:pt idx="4342">No</cx:pt>
          <cx:pt idx="4343">Yes</cx:pt>
          <cx:pt idx="4344">No</cx:pt>
          <cx:pt idx="4345">No</cx:pt>
          <cx:pt idx="4346">No</cx:pt>
          <cx:pt idx="4347">No</cx:pt>
          <cx:pt idx="4348">Yes</cx:pt>
          <cx:pt idx="4349">Yes</cx:pt>
          <cx:pt idx="4350">No</cx:pt>
          <cx:pt idx="4351">No</cx:pt>
          <cx:pt idx="4352">No</cx:pt>
          <cx:pt idx="4353">Yes</cx:pt>
          <cx:pt idx="4354">No</cx:pt>
          <cx:pt idx="4355">No</cx:pt>
          <cx:pt idx="4356">No</cx:pt>
          <cx:pt idx="4357">No</cx:pt>
          <cx:pt idx="4358">No</cx:pt>
          <cx:pt idx="4359">No</cx:pt>
          <cx:pt idx="4360">No</cx:pt>
          <cx:pt idx="4361">No</cx:pt>
          <cx:pt idx="4362">No</cx:pt>
          <cx:pt idx="4363">No</cx:pt>
          <cx:pt idx="4364">No</cx:pt>
          <cx:pt idx="4365">No</cx:pt>
          <cx:pt idx="4366">No</cx:pt>
          <cx:pt idx="4367">No</cx:pt>
          <cx:pt idx="4368">Yes</cx:pt>
          <cx:pt idx="4369">Yes</cx:pt>
          <cx:pt idx="4370">No</cx:pt>
          <cx:pt idx="4371">No</cx:pt>
          <cx:pt idx="4372">No</cx:pt>
          <cx:pt idx="4373">No</cx:pt>
          <cx:pt idx="4374">No</cx:pt>
          <cx:pt idx="4375">No</cx:pt>
          <cx:pt idx="4376">No</cx:pt>
          <cx:pt idx="4377">No</cx:pt>
          <cx:pt idx="4378">No</cx:pt>
          <cx:pt idx="4379">No</cx:pt>
          <cx:pt idx="4380">No</cx:pt>
          <cx:pt idx="4381">Yes</cx:pt>
          <cx:pt idx="4382">No</cx:pt>
          <cx:pt idx="4383">No</cx:pt>
          <cx:pt idx="4384">Yes</cx:pt>
          <cx:pt idx="4385">No</cx:pt>
          <cx:pt idx="4386">Yes</cx:pt>
          <cx:pt idx="4387">No</cx:pt>
          <cx:pt idx="4388">No</cx:pt>
          <cx:pt idx="4389">No</cx:pt>
          <cx:pt idx="4390">No</cx:pt>
          <cx:pt idx="4391">No</cx:pt>
          <cx:pt idx="4392">No</cx:pt>
          <cx:pt idx="4393">Yes</cx:pt>
          <cx:pt idx="4394">No</cx:pt>
          <cx:pt idx="4395">Yes</cx:pt>
          <cx:pt idx="4396">Yes</cx:pt>
          <cx:pt idx="4397">No</cx:pt>
          <cx:pt idx="4398">No</cx:pt>
          <cx:pt idx="4399">No</cx:pt>
          <cx:pt idx="4400">No</cx:pt>
          <cx:pt idx="4401">No</cx:pt>
          <cx:pt idx="4402">Yes</cx:pt>
          <cx:pt idx="4403">No</cx:pt>
          <cx:pt idx="4404">No</cx:pt>
          <cx:pt idx="4405">Yes</cx:pt>
          <cx:pt idx="4406">No</cx:pt>
          <cx:pt idx="4407">No</cx:pt>
          <cx:pt idx="4408">No</cx:pt>
          <cx:pt idx="4409">No</cx:pt>
          <cx:pt idx="4410">No</cx:pt>
          <cx:pt idx="4411">No</cx:pt>
          <cx:pt idx="4412">No</cx:pt>
          <cx:pt idx="4413">Yes</cx:pt>
          <cx:pt idx="4414">No</cx:pt>
          <cx:pt idx="4415">No</cx:pt>
          <cx:pt idx="4416">No</cx:pt>
          <cx:pt idx="4417">Yes</cx:pt>
          <cx:pt idx="4418">Yes</cx:pt>
          <cx:pt idx="4419">No</cx:pt>
          <cx:pt idx="4420">No</cx:pt>
          <cx:pt idx="4421">No</cx:pt>
          <cx:pt idx="4422">No</cx:pt>
          <cx:pt idx="4423">No</cx:pt>
          <cx:pt idx="4424">Yes</cx:pt>
          <cx:pt idx="4425">No</cx:pt>
          <cx:pt idx="4426">No</cx:pt>
          <cx:pt idx="4427">No</cx:pt>
          <cx:pt idx="4428">Yes</cx:pt>
          <cx:pt idx="4429">No</cx:pt>
          <cx:pt idx="4430">No</cx:pt>
          <cx:pt idx="4431">No</cx:pt>
          <cx:pt idx="4432">No</cx:pt>
          <cx:pt idx="4433">No</cx:pt>
          <cx:pt idx="4434">No</cx:pt>
          <cx:pt idx="4435">No</cx:pt>
          <cx:pt idx="4436">No</cx:pt>
          <cx:pt idx="4437">No</cx:pt>
          <cx:pt idx="4438">No</cx:pt>
          <cx:pt idx="4439">No</cx:pt>
          <cx:pt idx="4440">No</cx:pt>
          <cx:pt idx="4441">No</cx:pt>
          <cx:pt idx="4442">Yes</cx:pt>
          <cx:pt idx="4443">No</cx:pt>
          <cx:pt idx="4444">Yes</cx:pt>
          <cx:pt idx="4445">No</cx:pt>
          <cx:pt idx="4446">Yes</cx:pt>
          <cx:pt idx="4447">No</cx:pt>
          <cx:pt idx="4448">Yes</cx:pt>
          <cx:pt idx="4449">No</cx:pt>
          <cx:pt idx="4450">Yes</cx:pt>
          <cx:pt idx="4451">No</cx:pt>
          <cx:pt idx="4452">No</cx:pt>
          <cx:pt idx="4453">Yes</cx:pt>
          <cx:pt idx="4454">No</cx:pt>
          <cx:pt idx="4455">Yes</cx:pt>
          <cx:pt idx="4456">No</cx:pt>
          <cx:pt idx="4457">No</cx:pt>
          <cx:pt idx="4458">Yes</cx:pt>
          <cx:pt idx="4459">Yes</cx:pt>
          <cx:pt idx="4460">No</cx:pt>
          <cx:pt idx="4461">No</cx:pt>
          <cx:pt idx="4462">Yes</cx:pt>
          <cx:pt idx="4463">Yes</cx:pt>
          <cx:pt idx="4464">Yes</cx:pt>
          <cx:pt idx="4465">No</cx:pt>
          <cx:pt idx="4466">Yes</cx:pt>
          <cx:pt idx="4467">No</cx:pt>
          <cx:pt idx="4468">Yes</cx:pt>
          <cx:pt idx="4469">No</cx:pt>
          <cx:pt idx="4470">No</cx:pt>
          <cx:pt idx="4471">Yes</cx:pt>
          <cx:pt idx="4472">No</cx:pt>
          <cx:pt idx="4473">No</cx:pt>
          <cx:pt idx="4474">No</cx:pt>
          <cx:pt idx="4475">No</cx:pt>
          <cx:pt idx="4476">Yes</cx:pt>
          <cx:pt idx="4477">No</cx:pt>
          <cx:pt idx="4478">No</cx:pt>
          <cx:pt idx="4479">No</cx:pt>
          <cx:pt idx="4480">Yes</cx:pt>
          <cx:pt idx="4481">No</cx:pt>
          <cx:pt idx="4482">Yes</cx:pt>
          <cx:pt idx="4483">No</cx:pt>
          <cx:pt idx="4484">No</cx:pt>
          <cx:pt idx="4485">No</cx:pt>
          <cx:pt idx="4486">No</cx:pt>
          <cx:pt idx="4487">No</cx:pt>
          <cx:pt idx="4488">Yes</cx:pt>
          <cx:pt idx="4489">No</cx:pt>
          <cx:pt idx="4490">No</cx:pt>
          <cx:pt idx="4491">No</cx:pt>
          <cx:pt idx="4492">No</cx:pt>
          <cx:pt idx="4493">No</cx:pt>
          <cx:pt idx="4494">No</cx:pt>
          <cx:pt idx="4495">Yes</cx:pt>
          <cx:pt idx="4496">No</cx:pt>
          <cx:pt idx="4497">No</cx:pt>
          <cx:pt idx="4498">No</cx:pt>
          <cx:pt idx="4499">Yes</cx:pt>
          <cx:pt idx="4500">No</cx:pt>
          <cx:pt idx="4501">No</cx:pt>
          <cx:pt idx="4502">Yes</cx:pt>
          <cx:pt idx="4503">Yes</cx:pt>
          <cx:pt idx="4504">No</cx:pt>
          <cx:pt idx="4505">No</cx:pt>
          <cx:pt idx="4506">No</cx:pt>
          <cx:pt idx="4507">No</cx:pt>
          <cx:pt idx="4508">No</cx:pt>
          <cx:pt idx="4509">Yes</cx:pt>
          <cx:pt idx="4510">No</cx:pt>
          <cx:pt idx="4511">No</cx:pt>
          <cx:pt idx="4512">No</cx:pt>
          <cx:pt idx="4513">Yes</cx:pt>
          <cx:pt idx="4514">No</cx:pt>
          <cx:pt idx="4515">No</cx:pt>
          <cx:pt idx="4516">No</cx:pt>
          <cx:pt idx="4517">Yes</cx:pt>
          <cx:pt idx="4518">Yes</cx:pt>
          <cx:pt idx="4519">No</cx:pt>
          <cx:pt idx="4520">Yes</cx:pt>
          <cx:pt idx="4521">No</cx:pt>
          <cx:pt idx="4522">No</cx:pt>
          <cx:pt idx="4523">No</cx:pt>
          <cx:pt idx="4524">Yes</cx:pt>
          <cx:pt idx="4525">No</cx:pt>
          <cx:pt idx="4526">No</cx:pt>
          <cx:pt idx="4527">Yes</cx:pt>
          <cx:pt idx="4528">No</cx:pt>
          <cx:pt idx="4529">No</cx:pt>
          <cx:pt idx="4530">No</cx:pt>
          <cx:pt idx="4531">Yes</cx:pt>
          <cx:pt idx="4532">Yes</cx:pt>
          <cx:pt idx="4533">No</cx:pt>
          <cx:pt idx="4534">No</cx:pt>
          <cx:pt idx="4535">Yes</cx:pt>
          <cx:pt idx="4536">Yes</cx:pt>
          <cx:pt idx="4537">No</cx:pt>
          <cx:pt idx="4538">Yes</cx:pt>
          <cx:pt idx="4539">Yes</cx:pt>
          <cx:pt idx="4540">No</cx:pt>
          <cx:pt idx="4541">Yes</cx:pt>
          <cx:pt idx="4542">No</cx:pt>
          <cx:pt idx="4543">No</cx:pt>
          <cx:pt idx="4544">Yes</cx:pt>
          <cx:pt idx="4545">No</cx:pt>
          <cx:pt idx="4546">Yes</cx:pt>
          <cx:pt idx="4547">No</cx:pt>
          <cx:pt idx="4548">Yes</cx:pt>
          <cx:pt idx="4549">No</cx:pt>
          <cx:pt idx="4550">No</cx:pt>
          <cx:pt idx="4551">No</cx:pt>
          <cx:pt idx="4552">No</cx:pt>
          <cx:pt idx="4553">No</cx:pt>
          <cx:pt idx="4554">No</cx:pt>
          <cx:pt idx="4555">No</cx:pt>
          <cx:pt idx="4556">Yes</cx:pt>
          <cx:pt idx="4557">No</cx:pt>
          <cx:pt idx="4558">Yes</cx:pt>
          <cx:pt idx="4559">No</cx:pt>
          <cx:pt idx="4560">No</cx:pt>
          <cx:pt idx="4561">No</cx:pt>
          <cx:pt idx="4562">No</cx:pt>
          <cx:pt idx="4563">Yes</cx:pt>
          <cx:pt idx="4564">Yes</cx:pt>
          <cx:pt idx="4565">No</cx:pt>
          <cx:pt idx="4566">No</cx:pt>
          <cx:pt idx="4567">No</cx:pt>
          <cx:pt idx="4568">No</cx:pt>
          <cx:pt idx="4569">Yes</cx:pt>
          <cx:pt idx="4570">No</cx:pt>
          <cx:pt idx="4571">No</cx:pt>
          <cx:pt idx="4572">No</cx:pt>
          <cx:pt idx="4573">No</cx:pt>
          <cx:pt idx="4574">No</cx:pt>
          <cx:pt idx="4575">No</cx:pt>
          <cx:pt idx="4576">No</cx:pt>
          <cx:pt idx="4577">No</cx:pt>
          <cx:pt idx="4578">No</cx:pt>
          <cx:pt idx="4579">No</cx:pt>
          <cx:pt idx="4580">No</cx:pt>
          <cx:pt idx="4581">No</cx:pt>
          <cx:pt idx="4582">No</cx:pt>
          <cx:pt idx="4583">No</cx:pt>
          <cx:pt idx="4584">No</cx:pt>
          <cx:pt idx="4585">Yes</cx:pt>
          <cx:pt idx="4586">No</cx:pt>
          <cx:pt idx="4587">No</cx:pt>
          <cx:pt idx="4588">No</cx:pt>
          <cx:pt idx="4589">No</cx:pt>
          <cx:pt idx="4590">No</cx:pt>
          <cx:pt idx="4591">No</cx:pt>
          <cx:pt idx="4592">No</cx:pt>
          <cx:pt idx="4593">No</cx:pt>
          <cx:pt idx="4594">Yes</cx:pt>
          <cx:pt idx="4595">No</cx:pt>
          <cx:pt idx="4596">No</cx:pt>
          <cx:pt idx="4597">Yes</cx:pt>
          <cx:pt idx="4598">No</cx:pt>
          <cx:pt idx="4599">No</cx:pt>
          <cx:pt idx="4600">No</cx:pt>
          <cx:pt idx="4601">No</cx:pt>
          <cx:pt idx="4602">No</cx:pt>
          <cx:pt idx="4603">No</cx:pt>
          <cx:pt idx="4604">No</cx:pt>
          <cx:pt idx="4605">No</cx:pt>
          <cx:pt idx="4606">No</cx:pt>
          <cx:pt idx="4607">No</cx:pt>
          <cx:pt idx="4608">No</cx:pt>
          <cx:pt idx="4609">No</cx:pt>
          <cx:pt idx="4610">Yes</cx:pt>
          <cx:pt idx="4611">No</cx:pt>
          <cx:pt idx="4612">No</cx:pt>
          <cx:pt idx="4613">Yes</cx:pt>
          <cx:pt idx="4614">No</cx:pt>
          <cx:pt idx="4615">No</cx:pt>
          <cx:pt idx="4616">No</cx:pt>
          <cx:pt idx="4617">No</cx:pt>
          <cx:pt idx="4618">No</cx:pt>
          <cx:pt idx="4619">Yes</cx:pt>
          <cx:pt idx="4620">No</cx:pt>
          <cx:pt idx="4621">No</cx:pt>
          <cx:pt idx="4622">No</cx:pt>
          <cx:pt idx="4623">No</cx:pt>
          <cx:pt idx="4624">Yes</cx:pt>
          <cx:pt idx="4625">No</cx:pt>
          <cx:pt idx="4626">No</cx:pt>
          <cx:pt idx="4627">No</cx:pt>
          <cx:pt idx="4628">No</cx:pt>
          <cx:pt idx="4629">No</cx:pt>
          <cx:pt idx="4630">No</cx:pt>
          <cx:pt idx="4631">Yes</cx:pt>
          <cx:pt idx="4632">Yes</cx:pt>
          <cx:pt idx="4633">No</cx:pt>
          <cx:pt idx="4634">No</cx:pt>
          <cx:pt idx="4635">No</cx:pt>
          <cx:pt idx="4636">No</cx:pt>
          <cx:pt idx="4637">No</cx:pt>
          <cx:pt idx="4638">Yes</cx:pt>
          <cx:pt idx="4639">No</cx:pt>
          <cx:pt idx="4640">Yes</cx:pt>
          <cx:pt idx="4641">No</cx:pt>
          <cx:pt idx="4642">Yes</cx:pt>
          <cx:pt idx="4643">No</cx:pt>
          <cx:pt idx="4644">No</cx:pt>
          <cx:pt idx="4645">Yes</cx:pt>
          <cx:pt idx="4646">No</cx:pt>
          <cx:pt idx="4647">No</cx:pt>
          <cx:pt idx="4648">No</cx:pt>
          <cx:pt idx="4649">No</cx:pt>
          <cx:pt idx="4650">No</cx:pt>
          <cx:pt idx="4651">Yes</cx:pt>
          <cx:pt idx="4652">No</cx:pt>
          <cx:pt idx="4653">Yes</cx:pt>
          <cx:pt idx="4654">No</cx:pt>
          <cx:pt idx="4655">No</cx:pt>
          <cx:pt idx="4656">No</cx:pt>
          <cx:pt idx="4657">No</cx:pt>
          <cx:pt idx="4658">No</cx:pt>
          <cx:pt idx="4659">No</cx:pt>
          <cx:pt idx="4660">Yes</cx:pt>
          <cx:pt idx="4661">No</cx:pt>
          <cx:pt idx="4662">No</cx:pt>
          <cx:pt idx="4663">Yes</cx:pt>
          <cx:pt idx="4664">Yes</cx:pt>
          <cx:pt idx="4665">No</cx:pt>
          <cx:pt idx="4666">No</cx:pt>
          <cx:pt idx="4667">No</cx:pt>
          <cx:pt idx="4668">No</cx:pt>
          <cx:pt idx="4669">No</cx:pt>
          <cx:pt idx="4670">No</cx:pt>
          <cx:pt idx="4671">Yes</cx:pt>
          <cx:pt idx="4672">No</cx:pt>
          <cx:pt idx="4673">Yes</cx:pt>
          <cx:pt idx="4674">No</cx:pt>
          <cx:pt idx="4675">Yes</cx:pt>
          <cx:pt idx="4676">No</cx:pt>
          <cx:pt idx="4677">Yes</cx:pt>
          <cx:pt idx="4678">Yes</cx:pt>
          <cx:pt idx="4679">No</cx:pt>
          <cx:pt idx="4680">No</cx:pt>
          <cx:pt idx="4681">Yes</cx:pt>
          <cx:pt idx="4682">Yes</cx:pt>
          <cx:pt idx="4683">No</cx:pt>
          <cx:pt idx="4684">Yes</cx:pt>
          <cx:pt idx="4685">No</cx:pt>
          <cx:pt idx="4686">No</cx:pt>
          <cx:pt idx="4687">Yes</cx:pt>
          <cx:pt idx="4688">No</cx:pt>
          <cx:pt idx="4689">No</cx:pt>
          <cx:pt idx="4690">No</cx:pt>
          <cx:pt idx="4691">Yes</cx:pt>
          <cx:pt idx="4692">No</cx:pt>
          <cx:pt idx="4693">No</cx:pt>
          <cx:pt idx="4694">No</cx:pt>
          <cx:pt idx="4695">No</cx:pt>
          <cx:pt idx="4696">No</cx:pt>
          <cx:pt idx="4697">No</cx:pt>
          <cx:pt idx="4698">Yes</cx:pt>
          <cx:pt idx="4699">No</cx:pt>
          <cx:pt idx="4700">No</cx:pt>
          <cx:pt idx="4701">No</cx:pt>
          <cx:pt idx="4702">No</cx:pt>
          <cx:pt idx="4703">Yes</cx:pt>
          <cx:pt idx="4704">No</cx:pt>
          <cx:pt idx="4705">No</cx:pt>
          <cx:pt idx="4706">Yes</cx:pt>
          <cx:pt idx="4707">No</cx:pt>
          <cx:pt idx="4708">No</cx:pt>
          <cx:pt idx="4709">No</cx:pt>
          <cx:pt idx="4710">No</cx:pt>
          <cx:pt idx="4711">No</cx:pt>
          <cx:pt idx="4712">No</cx:pt>
          <cx:pt idx="4713">No</cx:pt>
          <cx:pt idx="4714">No</cx:pt>
          <cx:pt idx="4715">No</cx:pt>
          <cx:pt idx="4716">No</cx:pt>
          <cx:pt idx="4717">No</cx:pt>
          <cx:pt idx="4718">No</cx:pt>
          <cx:pt idx="4719">Yes</cx:pt>
          <cx:pt idx="4720">No</cx:pt>
          <cx:pt idx="4721">Yes</cx:pt>
          <cx:pt idx="4722">No</cx:pt>
          <cx:pt idx="4723">Yes</cx:pt>
          <cx:pt idx="4724">No</cx:pt>
          <cx:pt idx="4725">Yes</cx:pt>
          <cx:pt idx="4726">No</cx:pt>
          <cx:pt idx="4727">No</cx:pt>
          <cx:pt idx="4728">No</cx:pt>
          <cx:pt idx="4729">No</cx:pt>
          <cx:pt idx="4730">No</cx:pt>
          <cx:pt idx="4731">No</cx:pt>
          <cx:pt idx="4732">No</cx:pt>
          <cx:pt idx="4733">No</cx:pt>
          <cx:pt idx="4734">Yes</cx:pt>
          <cx:pt idx="4735">No</cx:pt>
          <cx:pt idx="4736">No</cx:pt>
          <cx:pt idx="4737">No</cx:pt>
          <cx:pt idx="4738">Yes</cx:pt>
          <cx:pt idx="4739">No</cx:pt>
          <cx:pt idx="4740">Yes</cx:pt>
          <cx:pt idx="4741">No</cx:pt>
          <cx:pt idx="4742">No</cx:pt>
          <cx:pt idx="4743">No</cx:pt>
          <cx:pt idx="4744">No</cx:pt>
          <cx:pt idx="4745">No</cx:pt>
          <cx:pt idx="4746">Yes</cx:pt>
          <cx:pt idx="4747">No</cx:pt>
          <cx:pt idx="4748">No</cx:pt>
          <cx:pt idx="4749">Yes</cx:pt>
          <cx:pt idx="4750">No</cx:pt>
          <cx:pt idx="4751">Yes</cx:pt>
          <cx:pt idx="4752">No</cx:pt>
          <cx:pt idx="4753">Yes</cx:pt>
          <cx:pt idx="4754">No</cx:pt>
          <cx:pt idx="4755">No</cx:pt>
          <cx:pt idx="4756">No</cx:pt>
          <cx:pt idx="4757">Yes</cx:pt>
          <cx:pt idx="4758">No</cx:pt>
          <cx:pt idx="4759">Yes</cx:pt>
          <cx:pt idx="4760">No</cx:pt>
          <cx:pt idx="4761">No</cx:pt>
          <cx:pt idx="4762">No</cx:pt>
          <cx:pt idx="4763">No</cx:pt>
          <cx:pt idx="4764">Yes</cx:pt>
          <cx:pt idx="4765">No</cx:pt>
          <cx:pt idx="4766">No</cx:pt>
          <cx:pt idx="4767">No</cx:pt>
          <cx:pt idx="4768">No</cx:pt>
          <cx:pt idx="4769">No</cx:pt>
          <cx:pt idx="4770">No</cx:pt>
          <cx:pt idx="4771">Yes</cx:pt>
          <cx:pt idx="4772">No</cx:pt>
          <cx:pt idx="4773">Yes</cx:pt>
          <cx:pt idx="4774">No</cx:pt>
          <cx:pt idx="4775">Yes</cx:pt>
          <cx:pt idx="4776">No</cx:pt>
          <cx:pt idx="4777">No</cx:pt>
          <cx:pt idx="4778">No</cx:pt>
          <cx:pt idx="4779">No</cx:pt>
          <cx:pt idx="4780">No</cx:pt>
          <cx:pt idx="4781">No</cx:pt>
          <cx:pt idx="4782">No</cx:pt>
          <cx:pt idx="4783">No</cx:pt>
          <cx:pt idx="4784">No</cx:pt>
          <cx:pt idx="4785">Yes</cx:pt>
          <cx:pt idx="4786">No</cx:pt>
          <cx:pt idx="4787">No</cx:pt>
          <cx:pt idx="4788">No</cx:pt>
          <cx:pt idx="4789">Yes</cx:pt>
          <cx:pt idx="4790">No</cx:pt>
          <cx:pt idx="4791">No</cx:pt>
          <cx:pt idx="4792">Yes</cx:pt>
          <cx:pt idx="4793">No</cx:pt>
          <cx:pt idx="4794">No</cx:pt>
          <cx:pt idx="4795">Yes</cx:pt>
          <cx:pt idx="4796">No</cx:pt>
          <cx:pt idx="4797">No</cx:pt>
          <cx:pt idx="4798">No</cx:pt>
          <cx:pt idx="4799">No</cx:pt>
          <cx:pt idx="4800">Yes</cx:pt>
          <cx:pt idx="4801">No</cx:pt>
          <cx:pt idx="4802">No</cx:pt>
          <cx:pt idx="4803">No</cx:pt>
          <cx:pt idx="4804">No</cx:pt>
          <cx:pt idx="4805">No</cx:pt>
          <cx:pt idx="4806">No</cx:pt>
          <cx:pt idx="4807">No</cx:pt>
          <cx:pt idx="4808">No</cx:pt>
          <cx:pt idx="4809">No</cx:pt>
          <cx:pt idx="4810">Yes</cx:pt>
          <cx:pt idx="4811">Yes</cx:pt>
          <cx:pt idx="4812">Yes</cx:pt>
          <cx:pt idx="4813">No</cx:pt>
          <cx:pt idx="4814">Yes</cx:pt>
          <cx:pt idx="4815">Yes</cx:pt>
          <cx:pt idx="4816">No</cx:pt>
          <cx:pt idx="4817">No</cx:pt>
          <cx:pt idx="4818">No</cx:pt>
          <cx:pt idx="4819">Yes</cx:pt>
          <cx:pt idx="4820">No</cx:pt>
          <cx:pt idx="4821">No</cx:pt>
          <cx:pt idx="4822">No</cx:pt>
          <cx:pt idx="4823">Yes</cx:pt>
          <cx:pt idx="4824">No</cx:pt>
          <cx:pt idx="4825">No</cx:pt>
          <cx:pt idx="4826">Yes</cx:pt>
          <cx:pt idx="4827">Yes</cx:pt>
          <cx:pt idx="4828">No</cx:pt>
          <cx:pt idx="4829">No</cx:pt>
          <cx:pt idx="4830">No</cx:pt>
          <cx:pt idx="4831">No</cx:pt>
          <cx:pt idx="4832">No</cx:pt>
          <cx:pt idx="4833">No</cx:pt>
          <cx:pt idx="4834">No</cx:pt>
          <cx:pt idx="4835">No</cx:pt>
          <cx:pt idx="4836">No</cx:pt>
          <cx:pt idx="4837">Yes</cx:pt>
          <cx:pt idx="4838">No</cx:pt>
          <cx:pt idx="4839">Yes</cx:pt>
          <cx:pt idx="4840">No</cx:pt>
          <cx:pt idx="4841">No</cx:pt>
          <cx:pt idx="4842">Yes</cx:pt>
          <cx:pt idx="4843">No</cx:pt>
          <cx:pt idx="4844">No</cx:pt>
          <cx:pt idx="4845">No</cx:pt>
          <cx:pt idx="4846">No</cx:pt>
          <cx:pt idx="4847">Yes</cx:pt>
          <cx:pt idx="4848">Yes</cx:pt>
          <cx:pt idx="4849">No</cx:pt>
          <cx:pt idx="4850">No</cx:pt>
          <cx:pt idx="4851">Yes</cx:pt>
          <cx:pt idx="4852">No</cx:pt>
          <cx:pt idx="4853">No</cx:pt>
          <cx:pt idx="4854">No</cx:pt>
          <cx:pt idx="4855">No</cx:pt>
          <cx:pt idx="4856">Yes</cx:pt>
          <cx:pt idx="4857">No</cx:pt>
          <cx:pt idx="4858">No</cx:pt>
          <cx:pt idx="4859">No</cx:pt>
          <cx:pt idx="4860">No</cx:pt>
          <cx:pt idx="4861">No</cx:pt>
          <cx:pt idx="4862">Yes</cx:pt>
          <cx:pt idx="4863">No</cx:pt>
          <cx:pt idx="4864">No</cx:pt>
          <cx:pt idx="4865">No</cx:pt>
          <cx:pt idx="4866">No</cx:pt>
          <cx:pt idx="4867">No</cx:pt>
          <cx:pt idx="4868">Yes</cx:pt>
          <cx:pt idx="4869">No</cx:pt>
          <cx:pt idx="4870">No</cx:pt>
          <cx:pt idx="4871">No</cx:pt>
          <cx:pt idx="4872">No</cx:pt>
          <cx:pt idx="4873">No</cx:pt>
          <cx:pt idx="4874">Yes</cx:pt>
          <cx:pt idx="4875">Yes</cx:pt>
          <cx:pt idx="4876">Yes</cx:pt>
          <cx:pt idx="4877">No</cx:pt>
          <cx:pt idx="4878">No</cx:pt>
          <cx:pt idx="4879">No</cx:pt>
          <cx:pt idx="4880">No</cx:pt>
          <cx:pt idx="4881">No</cx:pt>
          <cx:pt idx="4882">No</cx:pt>
          <cx:pt idx="4883">Yes</cx:pt>
          <cx:pt idx="4884">No</cx:pt>
          <cx:pt idx="4885">No</cx:pt>
          <cx:pt idx="4886">No</cx:pt>
          <cx:pt idx="4887">No</cx:pt>
          <cx:pt idx="4888">No</cx:pt>
          <cx:pt idx="4889">No</cx:pt>
          <cx:pt idx="4890">No</cx:pt>
          <cx:pt idx="4891">No</cx:pt>
          <cx:pt idx="4892">No</cx:pt>
          <cx:pt idx="4893">Yes</cx:pt>
          <cx:pt idx="4894">No</cx:pt>
          <cx:pt idx="4895">No</cx:pt>
          <cx:pt idx="4896">No</cx:pt>
          <cx:pt idx="4897">No</cx:pt>
          <cx:pt idx="4898">Yes</cx:pt>
          <cx:pt idx="4899">Yes</cx:pt>
          <cx:pt idx="4900">Yes</cx:pt>
          <cx:pt idx="4901">Yes</cx:pt>
          <cx:pt idx="4902">No</cx:pt>
          <cx:pt idx="4903">Yes</cx:pt>
          <cx:pt idx="4904">No</cx:pt>
          <cx:pt idx="4905">No</cx:pt>
          <cx:pt idx="4906">No</cx:pt>
          <cx:pt idx="4907">No</cx:pt>
          <cx:pt idx="4908">Yes</cx:pt>
          <cx:pt idx="4909">No</cx:pt>
          <cx:pt idx="4910">Yes</cx:pt>
          <cx:pt idx="4911">No</cx:pt>
          <cx:pt idx="4912">Yes</cx:pt>
          <cx:pt idx="4913">No</cx:pt>
          <cx:pt idx="4914">No</cx:pt>
          <cx:pt idx="4915">No</cx:pt>
          <cx:pt idx="4916">No</cx:pt>
          <cx:pt idx="4917">No</cx:pt>
          <cx:pt idx="4918">No</cx:pt>
          <cx:pt idx="4919">No</cx:pt>
          <cx:pt idx="4920">No</cx:pt>
          <cx:pt idx="4921">No</cx:pt>
          <cx:pt idx="4922">No</cx:pt>
          <cx:pt idx="4923">No</cx:pt>
          <cx:pt idx="4924">Yes</cx:pt>
          <cx:pt idx="4925">No</cx:pt>
          <cx:pt idx="4926">No</cx:pt>
          <cx:pt idx="4927">No</cx:pt>
          <cx:pt idx="4928">Yes</cx:pt>
          <cx:pt idx="4929">No</cx:pt>
          <cx:pt idx="4930">No</cx:pt>
          <cx:pt idx="4931">No</cx:pt>
          <cx:pt idx="4932">No</cx:pt>
          <cx:pt idx="4933">No</cx:pt>
          <cx:pt idx="4934">No</cx:pt>
          <cx:pt idx="4935">No</cx:pt>
          <cx:pt idx="4936">No</cx:pt>
          <cx:pt idx="4937">No</cx:pt>
          <cx:pt idx="4938">Yes</cx:pt>
          <cx:pt idx="4939">No</cx:pt>
          <cx:pt idx="4940">No</cx:pt>
          <cx:pt idx="4941">Yes</cx:pt>
          <cx:pt idx="4942">Yes</cx:pt>
          <cx:pt idx="4943">No</cx:pt>
          <cx:pt idx="4944">No</cx:pt>
          <cx:pt idx="4945">No</cx:pt>
          <cx:pt idx="4946">Yes</cx:pt>
          <cx:pt idx="4947">Yes</cx:pt>
          <cx:pt idx="4948">No</cx:pt>
          <cx:pt idx="4949">Yes</cx:pt>
          <cx:pt idx="4950">Yes</cx:pt>
          <cx:pt idx="4951">No</cx:pt>
          <cx:pt idx="4952">No</cx:pt>
          <cx:pt idx="4953">No</cx:pt>
          <cx:pt idx="4954">Yes</cx:pt>
          <cx:pt idx="4955">Yes</cx:pt>
          <cx:pt idx="4956">Yes</cx:pt>
          <cx:pt idx="4957">No</cx:pt>
          <cx:pt idx="4958">No</cx:pt>
          <cx:pt idx="4959">Yes</cx:pt>
          <cx:pt idx="4960">Yes</cx:pt>
          <cx:pt idx="4961">No</cx:pt>
          <cx:pt idx="4962">No</cx:pt>
          <cx:pt idx="4963">No</cx:pt>
          <cx:pt idx="4964">Yes</cx:pt>
          <cx:pt idx="4965">Yes</cx:pt>
          <cx:pt idx="4966">No</cx:pt>
          <cx:pt idx="4967">Yes</cx:pt>
          <cx:pt idx="4968">No</cx:pt>
          <cx:pt idx="4969">No</cx:pt>
          <cx:pt idx="4970">No</cx:pt>
          <cx:pt idx="4971">No</cx:pt>
          <cx:pt idx="4972">No</cx:pt>
          <cx:pt idx="4973">No</cx:pt>
          <cx:pt idx="4974">Yes</cx:pt>
          <cx:pt idx="4975">No</cx:pt>
          <cx:pt idx="4976">No</cx:pt>
          <cx:pt idx="4977">No</cx:pt>
          <cx:pt idx="4978">Yes</cx:pt>
          <cx:pt idx="4979">No</cx:pt>
          <cx:pt idx="4980">No</cx:pt>
          <cx:pt idx="4981">Yes</cx:pt>
          <cx:pt idx="4982">Yes</cx:pt>
          <cx:pt idx="4983">Yes</cx:pt>
          <cx:pt idx="4984">No</cx:pt>
          <cx:pt idx="4985">No</cx:pt>
          <cx:pt idx="4986">No</cx:pt>
          <cx:pt idx="4987">No</cx:pt>
          <cx:pt idx="4988">No</cx:pt>
          <cx:pt idx="4989">No</cx:pt>
          <cx:pt idx="4990">No</cx:pt>
          <cx:pt idx="4991">Yes</cx:pt>
          <cx:pt idx="4992">No</cx:pt>
          <cx:pt idx="4993">No</cx:pt>
          <cx:pt idx="4994">Yes</cx:pt>
          <cx:pt idx="4995">Yes</cx:pt>
          <cx:pt idx="4996">No</cx:pt>
          <cx:pt idx="4997">Yes</cx:pt>
          <cx:pt idx="4998">No</cx:pt>
          <cx:pt idx="4999">No</cx:pt>
          <cx:pt idx="5000">No</cx:pt>
          <cx:pt idx="5001">Yes</cx:pt>
          <cx:pt idx="5002">No</cx:pt>
          <cx:pt idx="5003">Yes</cx:pt>
          <cx:pt idx="5004">No</cx:pt>
          <cx:pt idx="5005">Yes</cx:pt>
          <cx:pt idx="5006">Yes</cx:pt>
          <cx:pt idx="5007">No</cx:pt>
          <cx:pt idx="5008">No</cx:pt>
          <cx:pt idx="5009">No</cx:pt>
          <cx:pt idx="5010">No</cx:pt>
          <cx:pt idx="5011">No</cx:pt>
          <cx:pt idx="5012">No</cx:pt>
          <cx:pt idx="5013">No</cx:pt>
          <cx:pt idx="5014">No</cx:pt>
          <cx:pt idx="5015">No</cx:pt>
          <cx:pt idx="5016">Yes</cx:pt>
          <cx:pt idx="5017">No</cx:pt>
          <cx:pt idx="5018">No</cx:pt>
          <cx:pt idx="5019">No</cx:pt>
          <cx:pt idx="5020">No</cx:pt>
          <cx:pt idx="5021">No</cx:pt>
          <cx:pt idx="5022">No</cx:pt>
          <cx:pt idx="5023">Yes</cx:pt>
          <cx:pt idx="5024">No</cx:pt>
          <cx:pt idx="5025">No</cx:pt>
          <cx:pt idx="5026">No</cx:pt>
          <cx:pt idx="5027">Yes</cx:pt>
          <cx:pt idx="5028">No</cx:pt>
          <cx:pt idx="5029">No</cx:pt>
          <cx:pt idx="5030">Yes</cx:pt>
          <cx:pt idx="5031">No</cx:pt>
          <cx:pt idx="5032">No</cx:pt>
          <cx:pt idx="5033">No</cx:pt>
          <cx:pt idx="5034">No</cx:pt>
          <cx:pt idx="5035">No</cx:pt>
          <cx:pt idx="5036">Yes</cx:pt>
          <cx:pt idx="5037">Yes</cx:pt>
          <cx:pt idx="5038">No</cx:pt>
          <cx:pt idx="5039">Yes</cx:pt>
          <cx:pt idx="5040">No</cx:pt>
          <cx:pt idx="5041">No</cx:pt>
          <cx:pt idx="5042">No</cx:pt>
          <cx:pt idx="5043">Yes</cx:pt>
          <cx:pt idx="5044">No</cx:pt>
          <cx:pt idx="5045">No</cx:pt>
          <cx:pt idx="5046">No</cx:pt>
          <cx:pt idx="5047">No</cx:pt>
          <cx:pt idx="5048">No</cx:pt>
          <cx:pt idx="5049">Yes</cx:pt>
          <cx:pt idx="5050">Yes</cx:pt>
          <cx:pt idx="5051">No</cx:pt>
          <cx:pt idx="5052">No</cx:pt>
          <cx:pt idx="5053">No</cx:pt>
          <cx:pt idx="5054">No</cx:pt>
          <cx:pt idx="5055">No</cx:pt>
          <cx:pt idx="5056">No</cx:pt>
          <cx:pt idx="5057">No</cx:pt>
          <cx:pt idx="5058">No</cx:pt>
          <cx:pt idx="5059">Yes</cx:pt>
          <cx:pt idx="5060">No</cx:pt>
          <cx:pt idx="5061">No</cx:pt>
          <cx:pt idx="5062">Yes</cx:pt>
          <cx:pt idx="5063">Yes</cx:pt>
          <cx:pt idx="5064">Yes</cx:pt>
          <cx:pt idx="5065">No</cx:pt>
          <cx:pt idx="5066">No</cx:pt>
          <cx:pt idx="5067">No</cx:pt>
          <cx:pt idx="5068">No</cx:pt>
          <cx:pt idx="5069">Yes</cx:pt>
          <cx:pt idx="5070">Yes</cx:pt>
          <cx:pt idx="5071">No</cx:pt>
          <cx:pt idx="5072">No</cx:pt>
          <cx:pt idx="5073">No</cx:pt>
          <cx:pt idx="5074">No</cx:pt>
          <cx:pt idx="5075">No</cx:pt>
          <cx:pt idx="5076">Yes</cx:pt>
          <cx:pt idx="5077">No</cx:pt>
          <cx:pt idx="5078">No</cx:pt>
          <cx:pt idx="5079">No</cx:pt>
          <cx:pt idx="5080">No</cx:pt>
          <cx:pt idx="5081">No</cx:pt>
          <cx:pt idx="5082">No</cx:pt>
          <cx:pt idx="5083">No</cx:pt>
          <cx:pt idx="5084">No</cx:pt>
          <cx:pt idx="5085">No</cx:pt>
          <cx:pt idx="5086">Yes</cx:pt>
          <cx:pt idx="5087">No</cx:pt>
          <cx:pt idx="5088">No</cx:pt>
          <cx:pt idx="5089">No</cx:pt>
          <cx:pt idx="5090">Yes</cx:pt>
          <cx:pt idx="5091">Yes</cx:pt>
          <cx:pt idx="5092">No</cx:pt>
          <cx:pt idx="5093">No</cx:pt>
          <cx:pt idx="5094">No</cx:pt>
          <cx:pt idx="5095">No</cx:pt>
          <cx:pt idx="5096">No</cx:pt>
          <cx:pt idx="5097">No</cx:pt>
          <cx:pt idx="5098">Yes</cx:pt>
          <cx:pt idx="5099">Yes</cx:pt>
          <cx:pt idx="5100">Yes</cx:pt>
          <cx:pt idx="5101">No</cx:pt>
          <cx:pt idx="5102">No</cx:pt>
          <cx:pt idx="5103">No</cx:pt>
          <cx:pt idx="5104">No</cx:pt>
          <cx:pt idx="5105">Yes</cx:pt>
          <cx:pt idx="5106">No</cx:pt>
          <cx:pt idx="5107">No</cx:pt>
          <cx:pt idx="5108">No</cx:pt>
          <cx:pt idx="5109">No</cx:pt>
          <cx:pt idx="5110">No</cx:pt>
          <cx:pt idx="5111">Yes</cx:pt>
          <cx:pt idx="5112">Yes</cx:pt>
          <cx:pt idx="5113">No</cx:pt>
          <cx:pt idx="5114">No</cx:pt>
          <cx:pt idx="5115">No</cx:pt>
          <cx:pt idx="5116">Yes</cx:pt>
          <cx:pt idx="5117">No</cx:pt>
          <cx:pt idx="5118">No</cx:pt>
          <cx:pt idx="5119">No</cx:pt>
          <cx:pt idx="5120">Yes</cx:pt>
          <cx:pt idx="5121">No</cx:pt>
          <cx:pt idx="5122">No</cx:pt>
          <cx:pt idx="5123">Yes</cx:pt>
          <cx:pt idx="5124">No</cx:pt>
          <cx:pt idx="5125">Yes</cx:pt>
          <cx:pt idx="5126">No</cx:pt>
          <cx:pt idx="5127">Yes</cx:pt>
          <cx:pt idx="5128">No</cx:pt>
          <cx:pt idx="5129">No</cx:pt>
          <cx:pt idx="5130">Yes</cx:pt>
          <cx:pt idx="5131">Yes</cx:pt>
          <cx:pt idx="5132">No</cx:pt>
          <cx:pt idx="5133">Yes</cx:pt>
          <cx:pt idx="5134">Yes</cx:pt>
          <cx:pt idx="5135">No</cx:pt>
          <cx:pt idx="5136">No</cx:pt>
          <cx:pt idx="5137">No</cx:pt>
          <cx:pt idx="5138">No</cx:pt>
          <cx:pt idx="5139">No</cx:pt>
          <cx:pt idx="5140">No</cx:pt>
          <cx:pt idx="5141">No</cx:pt>
          <cx:pt idx="5142">No</cx:pt>
          <cx:pt idx="5143">No</cx:pt>
          <cx:pt idx="5144">No</cx:pt>
          <cx:pt idx="5145">No</cx:pt>
          <cx:pt idx="5146">No</cx:pt>
          <cx:pt idx="5147">No</cx:pt>
          <cx:pt idx="5148">No</cx:pt>
          <cx:pt idx="5149">No</cx:pt>
          <cx:pt idx="5150">No</cx:pt>
          <cx:pt idx="5151">No</cx:pt>
          <cx:pt idx="5152">No</cx:pt>
          <cx:pt idx="5153">No</cx:pt>
          <cx:pt idx="5154">Yes</cx:pt>
          <cx:pt idx="5155">No</cx:pt>
          <cx:pt idx="5156">No</cx:pt>
          <cx:pt idx="5157">No</cx:pt>
          <cx:pt idx="5158">No</cx:pt>
          <cx:pt idx="5159">No</cx:pt>
          <cx:pt idx="5160">No</cx:pt>
          <cx:pt idx="5161">No</cx:pt>
          <cx:pt idx="5162">No</cx:pt>
          <cx:pt idx="5163">No</cx:pt>
          <cx:pt idx="5164">No</cx:pt>
          <cx:pt idx="5165">Yes</cx:pt>
          <cx:pt idx="5166">No</cx:pt>
          <cx:pt idx="5167">No</cx:pt>
          <cx:pt idx="5168">Yes</cx:pt>
          <cx:pt idx="5169">No</cx:pt>
          <cx:pt idx="5170">No</cx:pt>
          <cx:pt idx="5171">No</cx:pt>
          <cx:pt idx="5172">No</cx:pt>
          <cx:pt idx="5173">No</cx:pt>
        </cx:lvl>
      </cx:strDim>
      <cx:numDim type="val">
        <cx:f>'Histogram &amp; Box plot'!$L$2:$L$5175</cx:f>
        <cx:lvl ptCount="5174" formatCode="General">
          <cx:pt idx="0">29.850000000000001</cx:pt>
          <cx:pt idx="1">56.950000000000003</cx:pt>
          <cx:pt idx="2">53.850000000000001</cx:pt>
          <cx:pt idx="3">42.299999999999997</cx:pt>
          <cx:pt idx="4">70.700000000000003</cx:pt>
          <cx:pt idx="5">99.650000000000006</cx:pt>
          <cx:pt idx="6">89.099999999999994</cx:pt>
          <cx:pt idx="7">29.75</cx:pt>
          <cx:pt idx="8">104.8</cx:pt>
          <cx:pt idx="9">56.149999999999999</cx:pt>
          <cx:pt idx="10">49.950000000000003</cx:pt>
          <cx:pt idx="11">18.949999999999999</cx:pt>
          <cx:pt idx="12">100.34999999999999</cx:pt>
          <cx:pt idx="13">103.7</cx:pt>
          <cx:pt idx="14">105.5</cx:pt>
          <cx:pt idx="15">113.25</cx:pt>
          <cx:pt idx="16">20.649999999999999</cx:pt>
          <cx:pt idx="17">106.7</cx:pt>
          <cx:pt idx="18">55.200000000000003</cx:pt>
          <cx:pt idx="19">90.049999999999997</cx:pt>
          <cx:pt idx="20">39.649999999999999</cx:pt>
          <cx:pt idx="21">19.800000000000001</cx:pt>
          <cx:pt idx="22">20.149999999999999</cx:pt>
          <cx:pt idx="23">59.899999999999999</cx:pt>
          <cx:pt idx="24">59.600000000000001</cx:pt>
          <cx:pt idx="25">55.299999999999997</cx:pt>
          <cx:pt idx="26">99.349999999999994</cx:pt>
          <cx:pt idx="27">30.199999999999999</cx:pt>
          <cx:pt idx="28">90.25</cx:pt>
          <cx:pt idx="29">64.700000000000003</cx:pt>
          <cx:pt idx="30">96.349999999999994</cx:pt>
          <cx:pt idx="31">95.5</cx:pt>
          <cx:pt idx="32">66.150000000000006</cx:pt>
          <cx:pt idx="33">20.199999999999999</cx:pt>
          <cx:pt idx="34">45.25</cx:pt>
          <cx:pt idx="35">99.900000000000006</cx:pt>
          <cx:pt idx="36">69.700000000000003</cx:pt>
          <cx:pt idx="37">74.799999999999997</cx:pt>
          <cx:pt idx="38">106.34999999999999</cx:pt>
          <cx:pt idx="39">97.849999999999994</cx:pt>
          <cx:pt idx="40">49.549999999999997</cx:pt>
          <cx:pt idx="41">69.200000000000003</cx:pt>
          <cx:pt idx="42">20.75</cx:pt>
          <cx:pt idx="43">79.849999999999994</cx:pt>
          <cx:pt idx="44">76.200000000000003</cx:pt>
          <cx:pt idx="45">84.5</cx:pt>
          <cx:pt idx="46">49.25</cx:pt>
          <cx:pt idx="47">80.650000000000006</cx:pt>
          <cx:pt idx="48">79.75</cx:pt>
          <cx:pt idx="49">64.150000000000006</cx:pt>
          <cx:pt idx="50">90.25</cx:pt>
          <cx:pt idx="51">99.099999999999994</cx:pt>
          <cx:pt idx="52">69.5</cx:pt>
          <cx:pt idx="53">80.650000000000006</cx:pt>
          <cx:pt idx="54">74.849999999999994</cx:pt>
          <cx:pt idx="55">95.450000000000003</cx:pt>
          <cx:pt idx="56">99.650000000000006</cx:pt>
          <cx:pt idx="57">108.45</cx:pt>
          <cx:pt idx="58">24.949999999999999</cx:pt>
          <cx:pt idx="59">107.5</cx:pt>
          <cx:pt idx="60">100.5</cx:pt>
          <cx:pt idx="61">89.900000000000006</cx:pt>
          <cx:pt idx="62">42.100000000000001</cx:pt>
          <cx:pt idx="63">54.399999999999999</cx:pt>
          <cx:pt idx="64">94.400000000000006</cx:pt>
          <cx:pt idx="65">75.299999999999997</cx:pt>
          <cx:pt idx="66">78.900000000000006</cx:pt>
          <cx:pt idx="67">79.200000000000003</cx:pt>
          <cx:pt idx="68">20.149999999999999</cx:pt>
          <cx:pt idx="69">79.849999999999994</cx:pt>
          <cx:pt idx="70">49.049999999999997</cx:pt>
          <cx:pt idx="71">20.399999999999999</cx:pt>
          <cx:pt idx="72">111.59999999999999</cx:pt>
          <cx:pt idx="73">24.25</cx:pt>
          <cx:pt idx="74">64.5</cx:pt>
          <cx:pt idx="75">110.5</cx:pt>
          <cx:pt idx="76">55.649999999999999</cx:pt>
          <cx:pt idx="77">54.649999999999999</cx:pt>
          <cx:pt idx="78">74.75</cx:pt>
          <cx:pt idx="79">25.899999999999999</cx:pt>
          <cx:pt idx="80">79.349999999999994</cx:pt>
          <cx:pt idx="81">50.549999999999997</cx:pt>
          <cx:pt idx="82">75.150000000000006</cx:pt>
          <cx:pt idx="83">103.8</cx:pt>
          <cx:pt idx="84">20.149999999999999</cx:pt>
          <cx:pt idx="85">99.299999999999997</cx:pt>
          <cx:pt idx="86">62.149999999999999</cx:pt>
          <cx:pt idx="87">20.649999999999999</cx:pt>
          <cx:pt idx="88">19.949999999999999</cx:pt>
          <cx:pt idx="89">33.75</cx:pt>
          <cx:pt idx="90">82.049999999999997</cx:pt>
          <cx:pt idx="91">74.700000000000003</cx:pt>
          <cx:pt idx="92">84</cx:pt>
          <cx:pt idx="93">111.05</cx:pt>
          <cx:pt idx="94">100.90000000000001</cx:pt>
          <cx:pt idx="95">78.950000000000003</cx:pt>
          <cx:pt idx="96">66.849999999999994</cx:pt>
          <cx:pt idx="97">21.050000000000001</cx:pt>
          <cx:pt idx="98">21</cx:pt>
          <cx:pt idx="99">98.5</cx:pt>
          <cx:pt idx="100">20.199999999999999</cx:pt>
          <cx:pt idx="101">19.449999999999999</cx:pt>
          <cx:pt idx="102">95</cx:pt>
          <cx:pt idx="103">45.549999999999997</cx:pt>
          <cx:pt idx="104">110</cx:pt>
          <cx:pt idx="105">24.300000000000001</cx:pt>
          <cx:pt idx="106">104.15000000000001</cx:pt>
          <cx:pt idx="107">30.149999999999999</cx:pt>
          <cx:pt idx="108">94.349999999999994</cx:pt>
          <cx:pt idx="109">19.399999999999999</cx:pt>
          <cx:pt idx="110">96.75</cx:pt>
          <cx:pt idx="111">57.950000000000003</cx:pt>
          <cx:pt idx="112">91.650000000000006</cx:pt>
          <cx:pt idx="113">76.5</cx:pt>
          <cx:pt idx="114">54.600000000000001</cx:pt>
          <cx:pt idx="115">89.849999999999994</cx:pt>
          <cx:pt idx="116">31.050000000000001</cx:pt>
          <cx:pt idx="117">100.25</cx:pt>
          <cx:pt idx="118">20.649999999999999</cx:pt>
          <cx:pt idx="119">85.200000000000003</cx:pt>
          <cx:pt idx="120">99.799999999999997</cx:pt>
          <cx:pt idx="121">20.699999999999999</cx:pt>
          <cx:pt idx="122">74.400000000000006</cx:pt>
          <cx:pt idx="123">50.700000000000003</cx:pt>
          <cx:pt idx="124">20.850000000000001</cx:pt>
          <cx:pt idx="125">88.950000000000003</cx:pt>
          <cx:pt idx="126">78.049999999999997</cx:pt>
          <cx:pt idx="127">23.550000000000001</cx:pt>
          <cx:pt idx="128">19.75</cx:pt>
          <cx:pt idx="129">56.450000000000003</cx:pt>
          <cx:pt idx="130">85.950000000000003</cx:pt>
          <cx:pt idx="131">58.600000000000001</cx:pt>
          <cx:pt idx="132">50.549999999999997</cx:pt>
          <cx:pt idx="133">35.450000000000003</cx:pt>
          <cx:pt idx="134">44.350000000000001</cx:pt>
          <cx:pt idx="135">25.699999999999999</cx:pt>
          <cx:pt idx="136">75</cx:pt>
          <cx:pt idx="137">20.199999999999999</cx:pt>
          <cx:pt idx="138">19.600000000000001</cx:pt>
          <cx:pt idx="139">70.450000000000003</cx:pt>
          <cx:pt idx="140">88.049999999999997</cx:pt>
          <cx:pt idx="141">71.150000000000006</cx:pt>
          <cx:pt idx="142">101.05</cx:pt>
          <cx:pt idx="143">84.299999999999997</cx:pt>
          <cx:pt idx="144">23.949999999999999</cx:pt>
          <cx:pt idx="145">99.049999999999997</cx:pt>
          <cx:pt idx="146">19.600000000000001</cx:pt>
          <cx:pt idx="147">45.649999999999999</cx:pt>
          <cx:pt idx="148">64.5</cx:pt>
          <cx:pt idx="149">69.5</cx:pt>
          <cx:pt idx="150">68.549999999999997</cx:pt>
          <cx:pt idx="151">95</cx:pt>
          <cx:pt idx="152">108.15000000000001</cx:pt>
          <cx:pt idx="153">86.099999999999994</cx:pt>
          <cx:pt idx="154">19.699999999999999</cx:pt>
          <cx:pt idx="155">80.900000000000006</cx:pt>
          <cx:pt idx="156">84.150000000000006</cx:pt>
          <cx:pt idx="157">20.149999999999999</cx:pt>
          <cx:pt idx="158">64.25</cx:pt>
          <cx:pt idx="159">25.699999999999999</cx:pt>
          <cx:pt idx="160">56</cx:pt>
          <cx:pt idx="161">82.400000000000006</cx:pt>
          <cx:pt idx="162">69.700000000000003</cx:pt>
          <cx:pt idx="163">73.900000000000006</cx:pt>
          <cx:pt idx="164">20.600000000000001</cx:pt>
          <cx:pt idx="165">19.899999999999999</cx:pt>
          <cx:pt idx="166">70.900000000000006</cx:pt>
          <cx:pt idx="167">89.049999999999997</cx:pt>
          <cx:pt idx="168">45.299999999999997</cx:pt>
          <cx:pt idx="169">20.399999999999999</cx:pt>
          <cx:pt idx="170">84.25</cx:pt>
          <cx:pt idx="171">104.40000000000001</cx:pt>
          <cx:pt idx="172">81.950000000000003</cx:pt>
          <cx:pt idx="173">94.849999999999994</cx:pt>
          <cx:pt idx="174">20.550000000000001</cx:pt>
          <cx:pt idx="175">24.699999999999999</cx:pt>
          <cx:pt idx="176">74.450000000000003</cx:pt>
          <cx:pt idx="177">76.450000000000003</cx:pt>
          <cx:pt idx="178">105.34999999999999</cx:pt>
          <cx:pt idx="179">20.550000000000001</cx:pt>
          <cx:pt idx="180">29.949999999999999</cx:pt>
          <cx:pt idx="181">45.299999999999997</cx:pt>
          <cx:pt idx="182">84.5</cx:pt>
          <cx:pt idx="183">74.75</cx:pt>
          <cx:pt idx="184">79.25</cx:pt>
          <cx:pt idx="185">24.800000000000001</cx:pt>
          <cx:pt idx="186">51.799999999999997</cx:pt>
          <cx:pt idx="187">30.399999999999999</cx:pt>
          <cx:pt idx="188">19.649999999999999</cx:pt>
          <cx:pt idx="189">56.600000000000001</cx:pt>
          <cx:pt idx="190">71.900000000000006</cx:pt>
          <cx:pt idx="191">91</cx:pt>
          <cx:pt idx="192">19.75</cx:pt>
          <cx:pt idx="193">109.7</cx:pt>
          <cx:pt idx="194">19.300000000000001</cx:pt>
          <cx:pt idx="195">96.549999999999997</cx:pt>
          <cx:pt idx="196">24.100000000000001</cx:pt>
          <cx:pt idx="197">111.34999999999999</cx:pt>
          <cx:pt idx="198">112.25</cx:pt>
          <cx:pt idx="199">20.75</cx:pt>
          <cx:pt idx="200">101.90000000000001</cx:pt>
          <cx:pt idx="201">80.049999999999997</cx:pt>
          <cx:pt idx="202">105.55</cx:pt>
          <cx:pt idx="203">78.299999999999997</cx:pt>
          <cx:pt idx="204">68.849999999999994</cx:pt>
          <cx:pt idx="205">79.950000000000003</cx:pt>
          <cx:pt idx="206">55.450000000000003</cx:pt>
          <cx:pt idx="207">79.900000000000006</cx:pt>
          <cx:pt idx="208">106.59999999999999</cx:pt>
          <cx:pt idx="209">102.45</cx:pt>
          <cx:pt idx="210">46</cx:pt>
          <cx:pt idx="211">25.25</cx:pt>
          <cx:pt idx="212">19.75</cx:pt>
          <cx:pt idx="213">20</cx:pt>
          <cx:pt idx="214">86.799999999999997</cx:pt>
          <cx:pt idx="215">58.75</cx:pt>
          <cx:pt idx="216">45.25</cx:pt>
          <cx:pt idx="217">56.600000000000001</cx:pt>
          <cx:pt idx="218">84.200000000000003</cx:pt>
          <cx:pt idx="219">80</cx:pt>
          <cx:pt idx="220">70.150000000000006</cx:pt>
          <cx:pt idx="221">24.75</cx:pt>
          <cx:pt idx="222">20.199999999999999</cx:pt>
          <cx:pt idx="223">50.049999999999997</cx:pt>
          <cx:pt idx="224">19.350000000000001</cx:pt>
          <cx:pt idx="225">50.600000000000001</cx:pt>
          <cx:pt idx="226">81.150000000000006</cx:pt>
          <cx:pt idx="227">55.200000000000003</cx:pt>
          <cx:pt idx="228">89.900000000000006</cx:pt>
          <cx:pt idx="229">85.299999999999997</cx:pt>
          <cx:pt idx="230">108</cx:pt>
          <cx:pt idx="231">93.5</cx:pt>
          <cx:pt idx="232">84.599999999999994</cx:pt>
          <cx:pt idx="233">20.25</cx:pt>
          <cx:pt idx="234">25.149999999999999</cx:pt>
          <cx:pt idx="235">54.399999999999999</cx:pt>
          <cx:pt idx="236">29.600000000000001</cx:pt>
          <cx:pt idx="237">73.150000000000006</cx:pt>
          <cx:pt idx="238">95</cx:pt>
          <cx:pt idx="239">19.75</cx:pt>
          <cx:pt idx="240">86.599999999999994</cx:pt>
          <cx:pt idx="241">109.2</cx:pt>
          <cx:pt idx="242">74.700000000000003</cx:pt>
          <cx:pt idx="243">94.400000000000006</cx:pt>
          <cx:pt idx="244">54.799999999999997</cx:pt>
          <cx:pt idx="245">75.349999999999994</cx:pt>
          <cx:pt idx="246">65</cx:pt>
          <cx:pt idx="247">74.400000000000006</cx:pt>
          <cx:pt idx="248">48.549999999999997</cx:pt>
          <cx:pt idx="249">99</cx:pt>
          <cx:pt idx="250">93.5</cx:pt>
          <cx:pt idx="251">70.400000000000006</cx:pt>
          <cx:pt idx="252">40.200000000000003</cx:pt>
          <cx:pt idx="253">83.700000000000003</cx:pt>
          <cx:pt idx="254">19.850000000000001</cx:pt>
          <cx:pt idx="255">59.549999999999997</cx:pt>
          <cx:pt idx="256">115.09999999999999</cx:pt>
          <cx:pt idx="257">114.34999999999999</cx:pt>
          <cx:pt idx="258">44.600000000000001</cx:pt>
          <cx:pt idx="259">45</cx:pt>
          <cx:pt idx="260">41.149999999999999</cx:pt>
          <cx:pt idx="261">106.90000000000001</cx:pt>
          <cx:pt idx="262">89.849999999999994</cx:pt>
          <cx:pt idx="263">49.850000000000001</cx:pt>
          <cx:pt idx="264">113.3</cx:pt>
          <cx:pt idx="265">88.099999999999994</cx:pt>
          <cx:pt idx="266">24.899999999999999</cx:pt>
          <cx:pt idx="267">105</cx:pt>
          <cx:pt idx="268">19.350000000000001</cx:pt>
          <cx:pt idx="269">24.25</cx:pt>
          <cx:pt idx="270">94.450000000000003</cx:pt>
          <cx:pt idx="271">59.75</cx:pt>
          <cx:pt idx="272">24.800000000000001</cx:pt>
          <cx:pt idx="273">107.05</cx:pt>
          <cx:pt idx="274">70.599999999999994</cx:pt>
          <cx:pt idx="275">85.400000000000006</cx:pt>
          <cx:pt idx="276">105.05</cx:pt>
          <cx:pt idx="277">64.950000000000003</cx:pt>
          <cx:pt idx="278">55</cx:pt>
          <cx:pt idx="279">50.549999999999997</cx:pt>
          <cx:pt idx="280">55.149999999999999</cx:pt>
          <cx:pt idx="281">51.200000000000003</cx:pt>
          <cx:pt idx="282">25.399999999999999</cx:pt>
          <cx:pt idx="283">54.450000000000003</cx:pt>
          <cx:pt idx="284">95.150000000000006</cx:pt>
          <cx:pt idx="285">76</cx:pt>
          <cx:pt idx="286">44.350000000000001</cx:pt>
          <cx:pt idx="287">70</cx:pt>
          <cx:pt idx="288">74.5</cx:pt>
          <cx:pt idx="289">44.850000000000001</cx:pt>
          <cx:pt idx="290">76.099999999999994</cx:pt>
          <cx:pt idx="291">61.200000000000003</cx:pt>
          <cx:pt idx="292">86.799999999999997</cx:pt>
          <cx:pt idx="293">89.349999999999994</cx:pt>
          <cx:pt idx="294">19.699999999999999</cx:pt>
          <cx:pt idx="295">20.25</cx:pt>
          <cx:pt idx="296">76.049999999999997</cx:pt>
          <cx:pt idx="297">100.8</cx:pt>
          <cx:pt idx="298">74.549999999999997</cx:pt>
          <cx:pt idx="299">73.599999999999994</cx:pt>
          <cx:pt idx="300">64.900000000000006</cx:pt>
          <cx:pt idx="301">95.450000000000003</cx:pt>
          <cx:pt idx="302">90.400000000000006</cx:pt>
          <cx:pt idx="303">60.299999999999997</cx:pt>
          <cx:pt idx="304">81.849999999999994</cx:pt>
          <cx:pt idx="305">24.800000000000001</cx:pt>
          <cx:pt idx="306">74.900000000000006</cx:pt>
          <cx:pt idx="307">75.549999999999997</cx:pt>
          <cx:pt idx="308">101.15000000000001</cx:pt>
          <cx:pt idx="309">78.75</cx:pt>
          <cx:pt idx="310">19.25</cx:pt>
          <cx:pt idx="311">89.049999999999997</cx:pt>
          <cx:pt idx="312">115.05</cx:pt>
          <cx:pt idx="313">69.349999999999994</cx:pt>
          <cx:pt idx="314">80.599999999999994</cx:pt>
          <cx:pt idx="315">110.05</cx:pt>
          <cx:pt idx="316">19.899999999999999</cx:pt>
          <cx:pt idx="317">80.299999999999997</cx:pt>
          <cx:pt idx="318">93.150000000000006</cx:pt>
          <cx:pt idx="319">91.5</cx:pt>
          <cx:pt idx="320">82.450000000000003</cx:pt>
          <cx:pt idx="321">60</cx:pt>
          <cx:pt idx="322">44.799999999999997</cx:pt>
          <cx:pt idx="323">48.600000000000001</cx:pt>
          <cx:pt idx="324">60.049999999999997</cx:pt>
          <cx:pt idx="325">102.7</cx:pt>
          <cx:pt idx="326">82.900000000000006</cx:pt>
          <cx:pt idx="327">70.349999999999994</cx:pt>
          <cx:pt idx="328">35.899999999999999</cx:pt>
          <cx:pt idx="329">82.650000000000006</cx:pt>
          <cx:pt idx="330">19.850000000000001</cx:pt>
          <cx:pt idx="331">19.199999999999999</cx:pt>
          <cx:pt idx="332">94.900000000000006</cx:pt>
          <cx:pt idx="333">73.849999999999994</cx:pt>
          <cx:pt idx="334">80.599999999999994</cx:pt>
          <cx:pt idx="335">75.799999999999997</cx:pt>
          <cx:pt idx="336">104.59999999999999</cx:pt>
          <cx:pt idx="337">88.150000000000006</cx:pt>
          <cx:pt idx="338">94.799999999999997</cx:pt>
          <cx:pt idx="339">103.40000000000001</cx:pt>
          <cx:pt idx="340">54.649999999999999</cx:pt>
          <cx:pt idx="341">85.75</cx:pt>
          <cx:pt idx="342">67.450000000000003</cx:pt>
          <cx:pt idx="343">20.5</cx:pt>
          <cx:pt idx="344">20.25</cx:pt>
          <cx:pt idx="345">72.099999999999994</cx:pt>
          <cx:pt idx="346">90.400000000000006</cx:pt>
          <cx:pt idx="347">19.449999999999999</cx:pt>
          <cx:pt idx="348">44.950000000000003</cx:pt>
          <cx:pt idx="349">97</cx:pt>
          <cx:pt idx="350">62.799999999999997</cx:pt>
          <cx:pt idx="351">44.600000000000001</cx:pt>
          <cx:pt idx="352">89.150000000000006</cx:pt>
          <cx:pt idx="353">84.799999999999997</cx:pt>
          <cx:pt idx="354">41.899999999999999</cx:pt>
          <cx:pt idx="355">80.25</cx:pt>
          <cx:pt idx="356">54.100000000000001</cx:pt>
          <cx:pt idx="357">105.25</cx:pt>
          <cx:pt idx="358">30.75</cx:pt>
          <cx:pt idx="359">97.099999999999994</cx:pt>
          <cx:pt idx="360">20.199999999999999</cx:pt>
          <cx:pt idx="361">98.799999999999997</cx:pt>
          <cx:pt idx="362">50.299999999999997</cx:pt>
          <cx:pt idx="363">20.550000000000001</cx:pt>
          <cx:pt idx="364">75.900000000000006</cx:pt>
          <cx:pt idx="365">96.5</cx:pt>
          <cx:pt idx="366">59.950000000000003</cx:pt>
          <cx:pt idx="367">19.149999999999999</cx:pt>
          <cx:pt idx="368">98.650000000000006</cx:pt>
          <cx:pt idx="369">112.59999999999999</cx:pt>
          <cx:pt idx="370">20.600000000000001</cx:pt>
          <cx:pt idx="371">85.650000000000006</cx:pt>
          <cx:pt idx="372">35.75</cx:pt>
          <cx:pt idx="373">99.75</cx:pt>
          <cx:pt idx="374">96.099999999999994</cx:pt>
          <cx:pt idx="375">85.099999999999994</cx:pt>
          <cx:pt idx="376">25.350000000000001</cx:pt>
          <cx:pt idx="377">104.95</cx:pt>
          <cx:pt idx="378">89.650000000000006</cx:pt>
          <cx:pt idx="379">86.75</cx:pt>
          <cx:pt idx="380">86.200000000000003</cx:pt>
          <cx:pt idx="381">50.649999999999999</cx:pt>
          <cx:pt idx="382">64.799999999999997</cx:pt>
          <cx:pt idx="383">90.849999999999994</cx:pt>
          <cx:pt idx="384">108.09999999999999</cx:pt>
          <cx:pt idx="385">19.949999999999999</cx:pt>
          <cx:pt idx="386">85.450000000000003</cx:pt>
          <cx:pt idx="387">54.75</cx:pt>
          <cx:pt idx="388">90.400000000000006</cx:pt>
          <cx:pt idx="389">44</cx:pt>
          <cx:pt idx="390">95.599999999999994</cx:pt>
          <cx:pt idx="391">84.799999999999997</cx:pt>
          <cx:pt idx="392">44.299999999999997</cx:pt>
          <cx:pt idx="393">19.899999999999999</cx:pt>
          <cx:pt idx="394">95.049999999999997</cx:pt>
          <cx:pt idx="395">90.049999999999997</cx:pt>
          <cx:pt idx="396">109.90000000000001</cx:pt>
          <cx:pt idx="397">73.950000000000003</cx:pt>
          <cx:pt idx="398">54.600000000000001</cx:pt>
          <cx:pt idx="399">20.050000000000001</cx:pt>
          <cx:pt idx="400">19.75</cx:pt>
          <cx:pt idx="401">20.050000000000001</cx:pt>
          <cx:pt idx="402">99.450000000000003</cx:pt>
          <cx:pt idx="403">55.899999999999999</cx:pt>
          <cx:pt idx="404">19.699999999999999</cx:pt>
          <cx:pt idx="405">19.800000000000001</cx:pt>
          <cx:pt idx="406">95.400000000000006</cx:pt>
          <cx:pt idx="407">93.950000000000003</cx:pt>
          <cx:pt idx="408">19.899999999999999</cx:pt>
          <cx:pt idx="409">19.600000000000001</cx:pt>
          <cx:pt idx="410">81.349999999999994</cx:pt>
          <cx:pt idx="411">24.449999999999999</cx:pt>
          <cx:pt idx="412">74.950000000000003</cx:pt>
          <cx:pt idx="413">87.349999999999994</cx:pt>
          <cx:pt idx="414">70.650000000000006</cx:pt>
          <cx:pt idx="415">73.25</cx:pt>
          <cx:pt idx="416">98.700000000000003</cx:pt>
          <cx:pt idx="417">24.800000000000001</cx:pt>
          <cx:pt idx="418">83.299999999999997</cx:pt>
          <cx:pt idx="419">75.299999999999997</cx:pt>
          <cx:pt idx="420">24.300000000000001</cx:pt>
          <cx:pt idx="421">69.849999999999994</cx:pt>
          <cx:pt idx="422">100.55</cx:pt>
          <cx:pt idx="423">25.699999999999999</cx:pt>
          <cx:pt idx="424">40.700000000000003</cx:pt>
          <cx:pt idx="425">51.649999999999999</cx:pt>
          <cx:pt idx="426">105.09999999999999</cx:pt>
          <cx:pt idx="427">85.950000000000003</cx:pt>
          <cx:pt idx="428">75.599999999999994</cx:pt>
          <cx:pt idx="429">58.25</cx:pt>
          <cx:pt idx="430">19.399999999999999</cx:pt>
          <cx:pt idx="431">65.200000000000003</cx:pt>
          <cx:pt idx="432">53.450000000000003</cx:pt>
          <cx:pt idx="433">45.399999999999999</cx:pt>
          <cx:pt idx="434">19.75</cx:pt>
          <cx:pt idx="435">44.450000000000003</cx:pt>
          <cx:pt idx="436">20.850000000000001</cx:pt>
          <cx:pt idx="437">114.05</cx:pt>
          <cx:pt idx="438">89.849999999999994</cx:pt>
          <cx:pt idx="439">55.049999999999997</cx:pt>
          <cx:pt idx="440">112.95</cx:pt>
          <cx:pt idx="441">101.55</cx:pt>
          <cx:pt idx="442">114.65000000000001</cx:pt>
          <cx:pt idx="443">64.799999999999997</cx:pt>
          <cx:pt idx="444">80.400000000000006</cx:pt>
          <cx:pt idx="445">105.90000000000001</cx:pt>
          <cx:pt idx="446">69.549999999999997</cx:pt>
          <cx:pt idx="447">25.050000000000001</cx:pt>
          <cx:pt idx="448">94.75</cx:pt>
          <cx:pt idx="449">105.5</cx:pt>
          <cx:pt idx="450">24.699999999999999</cx:pt>
          <cx:pt idx="451">69.75</cx:pt>
          <cx:pt idx="452">60.200000000000003</cx:pt>
          <cx:pt idx="453">81.049999999999997</cx:pt>
          <cx:pt idx="454">24.399999999999999</cx:pt>
          <cx:pt idx="455">104.15000000000001</cx:pt>
          <cx:pt idx="456">92.900000000000006</cx:pt>
          <cx:pt idx="457">80.799999999999997</cx:pt>
          <cx:pt idx="458">20</cx:pt>
          <cx:pt idx="459">75.099999999999994</cx:pt>
          <cx:pt idx="460">19.649999999999999</cx:pt>
          <cx:pt idx="461">69.450000000000003</cx:pt>
          <cx:pt idx="462">101.15000000000001</cx:pt>
          <cx:pt idx="463">99.799999999999997</cx:pt>
          <cx:pt idx="464">116.05</cx:pt>
          <cx:pt idx="465">40.049999999999997</cx:pt>
          <cx:pt idx="466">102.09999999999999</cx:pt>
          <cx:pt idx="467">89.700000000000003</cx:pt>
          <cx:pt idx="468">19.899999999999999</cx:pt>
          <cx:pt idx="469">55.950000000000003</cx:pt>
          <cx:pt idx="470">20.649999999999999</cx:pt>
          <cx:pt idx="471">55</cx:pt>
          <cx:pt idx="472">70.049999999999997</cx:pt>
          <cx:pt idx="473">53.600000000000001</cx:pt>
          <cx:pt idx="474">74.700000000000003</cx:pt>
          <cx:pt idx="475">80.25</cx:pt>
          <cx:pt idx="476">76.049999999999997</cx:pt>
          <cx:pt idx="477">75.700000000000003</cx:pt>
          <cx:pt idx="478">96.099999999999994</cx:pt>
          <cx:pt idx="479">69</cx:pt>
          <cx:pt idx="480">19.649999999999999</cx:pt>
          <cx:pt idx="481">45.299999999999997</cx:pt>
          <cx:pt idx="482">81.450000000000003</cx:pt>
          <cx:pt idx="483">108.5</cx:pt>
          <cx:pt idx="484">83.549999999999997</cx:pt>
          <cx:pt idx="485">84.5</cx:pt>
          <cx:pt idx="486">100.15000000000001</cx:pt>
          <cx:pt idx="487">88.599999999999994</cx:pt>
          <cx:pt idx="488">52.549999999999997</cx:pt>
          <cx:pt idx="489">74.349999999999994</cx:pt>
          <cx:pt idx="490">104.8</cx:pt>
          <cx:pt idx="491">59</cx:pt>
          <cx:pt idx="492">74.400000000000006</cx:pt>
          <cx:pt idx="493">64.049999999999997</cx:pt>
          <cx:pt idx="494">20.399999999999999</cx:pt>
          <cx:pt idx="495">43.75</cx:pt>
          <cx:pt idx="496">60.899999999999999</cx:pt>
          <cx:pt idx="497">19.800000000000001</cx:pt>
          <cx:pt idx="498">28.449999999999999</cx:pt>
          <cx:pt idx="499">99.700000000000003</cx:pt>
          <cx:pt idx="500">116.25</cx:pt>
          <cx:pt idx="501">80.700000000000003</cx:pt>
          <cx:pt idx="502">65.200000000000003</cx:pt>
          <cx:pt idx="503">84.049999999999997</cx:pt>
          <cx:pt idx="504">79.450000000000003</cx:pt>
          <cx:pt idx="505">94.099999999999994</cx:pt>
          <cx:pt idx="506">78</cx:pt>
          <cx:pt idx="507">94.200000000000003</cx:pt>
          <cx:pt idx="508">80.5</cx:pt>
          <cx:pt idx="509">19.850000000000001</cx:pt>
          <cx:pt idx="510">94.299999999999997</cx:pt>
          <cx:pt idx="511">106.45</cx:pt>
          <cx:pt idx="512">74.349999999999994</cx:pt>
          <cx:pt idx="513">105.45</cx:pt>
          <cx:pt idx="514">95</cx:pt>
          <cx:pt idx="515">104.8</cx:pt>
          <cx:pt idx="516">54.299999999999997</cx:pt>
          <cx:pt idx="517">70.049999999999997</cx:pt>
          <cx:pt idx="518">75.200000000000003</cx:pt>
          <cx:pt idx="519">20.050000000000001</cx:pt>
          <cx:pt idx="520">105.40000000000001</cx:pt>
          <cx:pt idx="521">51.600000000000001</cx:pt>
          <cx:pt idx="522">85.5</cx:pt>
          <cx:pt idx="523">75.599999999999994</cx:pt>
          <cx:pt idx="524">100.05</cx:pt>
          <cx:pt idx="525">91.25</cx:pt>
          <cx:pt idx="526">115.75</cx:pt>
          <cx:pt idx="527">94.700000000000003</cx:pt>
          <cx:pt idx="528">19.600000000000001</cx:pt>
          <cx:pt idx="529">99.900000000000006</cx:pt>
          <cx:pt idx="530">21.100000000000001</cx:pt>
          <cx:pt idx="531">20.050000000000001</cx:pt>
          <cx:pt idx="532">79.950000000000003</cx:pt>
          <cx:pt idx="533">107.15000000000001</cx:pt>
          <cx:pt idx="534">85</cx:pt>
          <cx:pt idx="535">89.549999999999997</cx:pt>
          <cx:pt idx="536">81.549999999999997</cx:pt>
          <cx:pt idx="537">58.450000000000003</cx:pt>
          <cx:pt idx="538">95.650000000000006</cx:pt>
          <cx:pt idx="539">80.599999999999994</cx:pt>
          <cx:pt idx="540">113.09999999999999</cx:pt>
          <cx:pt idx="541">58.950000000000003</cx:pt>
          <cx:pt idx="542">19.550000000000001</cx:pt>
          <cx:pt idx="543">86.049999999999997</cx:pt>
          <cx:pt idx="544">45.549999999999997</cx:pt>
          <cx:pt idx="545">78.950000000000003</cx:pt>
          <cx:pt idx="546">86.299999999999997</cx:pt>
          <cx:pt idx="547">105.05</cx:pt>
          <cx:pt idx="548">101.90000000000001</cx:pt>
          <cx:pt idx="549">19.75</cx:pt>
          <cx:pt idx="550">110.3</cx:pt>
          <cx:pt idx="551">115.59999999999999</cx:pt>
          <cx:pt idx="552">19.350000000000001</cx:pt>
          <cx:pt idx="553">25.600000000000001</cx:pt>
          <cx:pt idx="554">80.349999999999994</cx:pt>
          <cx:pt idx="555">68.75</cx:pt>
          <cx:pt idx="556">19.899999999999999</cx:pt>
          <cx:pt idx="557">70.599999999999994</cx:pt>
          <cx:pt idx="558">70.200000000000003</cx:pt>
          <cx:pt idx="559">49.299999999999997</cx:pt>
          <cx:pt idx="560">107.25</cx:pt>
          <cx:pt idx="561">23.600000000000001</cx:pt>
          <cx:pt idx="562">69.700000000000003</cx:pt>
          <cx:pt idx="563">99.5</cx:pt>
          <cx:pt idx="564">64.299999999999997</cx:pt>
          <cx:pt idx="565">70.849999999999994</cx:pt>
          <cx:pt idx="566">101.90000000000001</cx:pt>
          <cx:pt idx="567">73.5</cx:pt>
          <cx:pt idx="568">100.25</cx:pt>
          <cx:pt idx="569">40.399999999999999</cx:pt>
          <cx:pt idx="570">19.25</cx:pt>
          <cx:pt idx="571">59.600000000000001</cx:pt>
          <cx:pt idx="572">64.900000000000006</cx:pt>
          <cx:pt idx="573">100.3</cx:pt>
          <cx:pt idx="574">110.84999999999999</cx:pt>
          <cx:pt idx="575">81.049999999999997</cx:pt>
          <cx:pt idx="576">98.049999999999997</cx:pt>
          <cx:pt idx="577">70.5</cx:pt>
          <cx:pt idx="578">94.549999999999997</cx:pt>
          <cx:pt idx="579">19.649999999999999</cx:pt>
          <cx:pt idx="580">19</cx:pt>
          <cx:pt idx="581">75.299999999999997</cx:pt>
          <cx:pt idx="582">89.200000000000003</cx:pt>
          <cx:pt idx="583">19</cx:pt>
          <cx:pt idx="584">20</cx:pt>
          <cx:pt idx="585">85.700000000000003</cx:pt>
          <cx:pt idx="586">63.25</cx:pt>
          <cx:pt idx="587">20.100000000000001</cx:pt>
          <cx:pt idx="588">99.150000000000006</cx:pt>
          <cx:pt idx="589">90.400000000000006</cx:pt>
          <cx:pt idx="590">111.90000000000001</cx:pt>
          <cx:pt idx="591">24.899999999999999</cx:pt>
          <cx:pt idx="592">83.5</cx:pt>
          <cx:pt idx="593">84.299999999999997</cx:pt>
          <cx:pt idx="594">45.600000000000001</cx:pt>
          <cx:pt idx="595">61.649999999999999</cx:pt>
          <cx:pt idx="596">54.850000000000001</cx:pt>
          <cx:pt idx="597">65.549999999999997</cx:pt>
          <cx:pt idx="598">90.349999999999994</cx:pt>
          <cx:pt idx="599">20.399999999999999</cx:pt>
          <cx:pt idx="600">74.549999999999997</cx:pt>
          <cx:pt idx="601">19.949999999999999</cx:pt>
          <cx:pt idx="602">74.25</cx:pt>
          <cx:pt idx="603">108.65000000000001</cx:pt>
          <cx:pt idx="604">109.55</cx:pt>
          <cx:pt idx="605">86.650000000000006</cx:pt>
          <cx:pt idx="606">81</cx:pt>
          <cx:pt idx="607">47.850000000000001</cx:pt>
          <cx:pt idx="608">114.55</cx:pt>
          <cx:pt idx="609">105.25</cx:pt>
          <cx:pt idx="610">29.949999999999999</cx:pt>
          <cx:pt idx="611">65</cx:pt>
          <cx:pt idx="612">20.550000000000001</cx:pt>
          <cx:pt idx="613">109.8</cx:pt>
          <cx:pt idx="614">69.5</cx:pt>
          <cx:pt idx="615">48.850000000000001</cx:pt>
          <cx:pt idx="616">25.25</cx:pt>
          <cx:pt idx="617">102.84999999999999</cx:pt>
          <cx:pt idx="618">87.549999999999997</cx:pt>
          <cx:pt idx="619">78.549999999999997</cx:pt>
          <cx:pt idx="620">34.549999999999997</cx:pt>
          <cx:pt idx="621">92.049999999999997</cx:pt>
          <cx:pt idx="622">85.049999999999997</cx:pt>
          <cx:pt idx="623">19.699999999999999</cx:pt>
          <cx:pt idx="624">20</cx:pt>
          <cx:pt idx="625">95.150000000000006</cx:pt>
          <cx:pt idx="626">84.25</cx:pt>
          <cx:pt idx="627">104.59999999999999</cx:pt>
          <cx:pt idx="628">111.65000000000001</cx:pt>
          <cx:pt idx="629">90.049999999999997</cx:pt>
          <cx:pt idx="630">110.75</cx:pt>
          <cx:pt idx="631">55</cx:pt>
          <cx:pt idx="632">89.849999999999994</cx:pt>
          <cx:pt idx="633">20.350000000000001</cx:pt>
          <cx:pt idx="634">54.549999999999997</cx:pt>
          <cx:pt idx="635">105.5</cx:pt>
          <cx:pt idx="636">99.450000000000003</cx:pt>
          <cx:pt idx="637">70.900000000000006</cx:pt>
          <cx:pt idx="638">104.55</cx:pt>
          <cx:pt idx="639">85.25</cx:pt>
          <cx:pt idx="640">25.399999999999999</cx:pt>
          <cx:pt idx="641">56.149999999999999</cx:pt>
          <cx:pt idx="642">89.549999999999997</cx:pt>
          <cx:pt idx="643">89.849999999999994</cx:pt>
          <cx:pt idx="644">25.25</cx:pt>
          <cx:pt idx="645">94.549999999999997</cx:pt>
          <cx:pt idx="646">45.700000000000003</cx:pt>
          <cx:pt idx="647">69.650000000000006</cx:pt>
          <cx:pt idx="648">89.5</cx:pt>
          <cx:pt idx="649">70</cx:pt>
          <cx:pt idx="650">69.549999999999997</cx:pt>
          <cx:pt idx="651">74.599999999999994</cx:pt>
          <cx:pt idx="652">20.100000000000001</cx:pt>
          <cx:pt idx="653">24.800000000000001</cx:pt>
          <cx:pt idx="654">19.649999999999999</cx:pt>
          <cx:pt idx="655">95.099999999999994</cx:pt>
          <cx:pt idx="656">88.849999999999994</cx:pt>
          <cx:pt idx="657">78.799999999999997</cx:pt>
          <cx:pt idx="658">19.850000000000001</cx:pt>
          <cx:pt idx="659">20.350000000000001</cx:pt>
          <cx:pt idx="660">24.25</cx:pt>
          <cx:pt idx="661">45.25</cx:pt>
          <cx:pt idx="662">20.050000000000001</cx:pt>
          <cx:pt idx="663">69.549999999999997</cx:pt>
          <cx:pt idx="664">19.5</cx:pt>
          <cx:pt idx="665">74.75</cx:pt>
          <cx:pt idx="666">69.650000000000006</cx:pt>
          <cx:pt idx="667">30.199999999999999</cx:pt>
          <cx:pt idx="668">45.649999999999999</cx:pt>
          <cx:pt idx="669">57.799999999999997</cx:pt>
          <cx:pt idx="670">19.850000000000001</cx:pt>
          <cx:pt idx="671">25.550000000000001</cx:pt>
          <cx:pt idx="672">75.049999999999997</cx:pt>
          <cx:pt idx="673">24.850000000000001</cx:pt>
          <cx:pt idx="674">49.149999999999999</cx:pt>
          <cx:pt idx="675">110.34999999999999</cx:pt>
          <cx:pt idx="676">24.550000000000001</cx:pt>
          <cx:pt idx="677">34.700000000000003</cx:pt>
          <cx:pt idx="678">107.95</cx:pt>
          <cx:pt idx="679">81.400000000000006</cx:pt>
          <cx:pt idx="680">80</cx:pt>
          <cx:pt idx="681">73.799999999999997</cx:pt>
          <cx:pt idx="682">64.400000000000006</cx:pt>
          <cx:pt idx="683">103.75</cx:pt>
          <cx:pt idx="684">71.099999999999994</cx:pt>
          <cx:pt idx="685">49.899999999999999</cx:pt>
          <cx:pt idx="686">24.600000000000001</cx:pt>
          <cx:pt idx="687">49.25</cx:pt>
          <cx:pt idx="688">30.100000000000001</cx:pt>
          <cx:pt idx="689">83.400000000000006</cx:pt>
          <cx:pt idx="690">20.449999999999999</cx:pt>
          <cx:pt idx="691">75.25</cx:pt>
          <cx:pt idx="692">20.550000000000001</cx:pt>
          <cx:pt idx="693">75.099999999999994</cx:pt>
          <cx:pt idx="694">20.050000000000001</cx:pt>
          <cx:pt idx="695">20.649999999999999</cx:pt>
          <cx:pt idx="696">85.150000000000006</cx:pt>
          <cx:pt idx="697">50.149999999999999</cx:pt>
          <cx:pt idx="698">84.950000000000003</cx:pt>
          <cx:pt idx="699">66.5</cx:pt>
          <cx:pt idx="700">63.299999999999997</cx:pt>
          <cx:pt idx="701">83.150000000000006</cx:pt>
          <cx:pt idx="702">84.900000000000006</cx:pt>
          <cx:pt idx="703">20.550000000000001</cx:pt>
          <cx:pt idx="704">49.25</cx:pt>
          <cx:pt idx="705">79.849999999999994</cx:pt>
          <cx:pt idx="706">59.600000000000001</cx:pt>
          <cx:pt idx="707">104.65000000000001</cx:pt>
          <cx:pt idx="708">75.299999999999997</cx:pt>
          <cx:pt idx="709">80.099999999999994</cx:pt>
          <cx:pt idx="710">19.550000000000001</cx:pt>
          <cx:pt idx="711">81</cx:pt>
          <cx:pt idx="712">24.699999999999999</cx:pt>
          <cx:pt idx="713">86</cx:pt>
          <cx:pt idx="714">25.399999999999999</cx:pt>
          <cx:pt idx="715">89.150000000000006</cx:pt>
          <cx:pt idx="716">58.25</cx:pt>
          <cx:pt idx="717">85.650000000000006</cx:pt>
          <cx:pt idx="718">50.350000000000001</cx:pt>
          <cx:pt idx="719">80.349999999999994</cx:pt>
          <cx:pt idx="720">20.199999999999999</cx:pt>
          <cx:pt idx="721">20.550000000000001</cx:pt>
          <cx:pt idx="722">85.950000000000003</cx:pt>
          <cx:pt idx="723">45.350000000000001</cx:pt>
          <cx:pt idx="724">94.5</cx:pt>
          <cx:pt idx="725">21.25</cx:pt>
          <cx:pt idx="726">26.25</cx:pt>
          <cx:pt idx="727">80.849999999999994</cx:pt>
          <cx:pt idx="728">91.700000000000003</cx:pt>
          <cx:pt idx="729">74.200000000000003</cx:pt>
          <cx:pt idx="730">87.25</cx:pt>
          <cx:pt idx="731">20.350000000000001</cx:pt>
          <cx:pt idx="732">75.5</cx:pt>
          <cx:pt idx="733">79.049999999999997</cx:pt>
          <cx:pt idx="734">90.150000000000006</cx:pt>
          <cx:pt idx="735">50.600000000000001</cx:pt>
          <cx:pt idx="736">110.45</cx:pt>
          <cx:pt idx="737">101</cx:pt>
          <cx:pt idx="738">79.349999999999994</cx:pt>
          <cx:pt idx="739">89.849999999999994</cx:pt>
          <cx:pt idx="740">65</cx:pt>
          <cx:pt idx="741">80.450000000000003</cx:pt>
          <cx:pt idx="742">98.549999999999997</cx:pt>
          <cx:pt idx="743">24.100000000000001</cx:pt>
          <cx:pt idx="744">44.049999999999997</cx:pt>
          <cx:pt idx="745">110.8</cx:pt>
          <cx:pt idx="746">114.95</cx:pt>
          <cx:pt idx="747">75.049999999999997</cx:pt>
          <cx:pt idx="748">19.25</cx:pt>
          <cx:pt idx="749">90.049999999999997</cx:pt>
          <cx:pt idx="750">56.700000000000003</cx:pt>
          <cx:pt idx="751">80.150000000000006</cx:pt>
          <cx:pt idx="752">71.349999999999994</cx:pt>
          <cx:pt idx="753">20.25</cx:pt>
          <cx:pt idx="754">90.349999999999994</cx:pt>
          <cx:pt idx="755">98.549999999999997</cx:pt>
          <cx:pt idx="756">19.699999999999999</cx:pt>
          <cx:pt idx="757">19.850000000000001</cx:pt>
          <cx:pt idx="758">85.900000000000006</cx:pt>
          <cx:pt idx="759">90.349999999999994</cx:pt>
          <cx:pt idx="760">20.800000000000001</cx:pt>
          <cx:pt idx="761">89.25</cx:pt>
          <cx:pt idx="762">70.299999999999997</cx:pt>
          <cx:pt idx="763">66.849999999999994</cx:pt>
          <cx:pt idx="764">19.899999999999999</cx:pt>
          <cx:pt idx="765">35.799999999999997</cx:pt>
          <cx:pt idx="766">78.849999999999994</cx:pt>
          <cx:pt idx="767">20.399999999999999</cx:pt>
          <cx:pt idx="768">74.25</cx:pt>
          <cx:pt idx="769">64.799999999999997</cx:pt>
          <cx:pt idx="770">20.449999999999999</cx:pt>
          <cx:pt idx="771">93.349999999999994</cx:pt>
          <cx:pt idx="772">19.899999999999999</cx:pt>
          <cx:pt idx="773">88.900000000000006</cx:pt>
          <cx:pt idx="774">95.799999999999997</cx:pt>
          <cx:pt idx="775">110.65000000000001</cx:pt>
          <cx:pt idx="776">40.299999999999997</cx:pt>
          <cx:pt idx="777">82</cx:pt>
          <cx:pt idx="778">107</cx:pt>
          <cx:pt idx="779">45.350000000000001</cx:pt>
          <cx:pt idx="780">73.349999999999994</cx:pt>
          <cx:pt idx="781">44.799999999999997</cx:pt>
          <cx:pt idx="782">54.75</cx:pt>
          <cx:pt idx="783">52.200000000000003</cx:pt>
          <cx:pt idx="784">40.600000000000001</cx:pt>
          <cx:pt idx="785">110</cx:pt>
          <cx:pt idx="786">55.299999999999997</cx:pt>
          <cx:pt idx="787">60.850000000000001</cx:pt>
          <cx:pt idx="788">78.400000000000006</cx:pt>
          <cx:pt idx="789">69.650000000000006</cx:pt>
          <cx:pt idx="790">59.850000000000001</cx:pt>
          <cx:pt idx="791">76.900000000000006</cx:pt>
          <cx:pt idx="792">19.850000000000001</cx:pt>
          <cx:pt idx="793">67.650000000000006</cx:pt>
          <cx:pt idx="794">45</cx:pt>
          <cx:pt idx="795">64.200000000000003</cx:pt>
          <cx:pt idx="796">81.700000000000003</cx:pt>
          <cx:pt idx="797">25.550000000000001</cx:pt>
          <cx:pt idx="798">20</cx:pt>
          <cx:pt idx="799">96.75</cx:pt>
          <cx:pt idx="800">75.650000000000006</cx:pt>
          <cx:pt idx="801">98.5</cx:pt>
          <cx:pt idx="802">23.800000000000001</cx:pt>
          <cx:pt idx="803">64.200000000000003</cx:pt>
          <cx:pt idx="804">85.349999999999994</cx:pt>
          <cx:pt idx="805">76.799999999999997</cx:pt>
          <cx:pt idx="806">55.200000000000003</cx:pt>
          <cx:pt idx="807">108.55</cx:pt>
          <cx:pt idx="808">101.3</cx:pt>
          <cx:pt idx="809">69.549999999999997</cx:pt>
          <cx:pt idx="810">103.25</cx:pt>
          <cx:pt idx="811">104</cx:pt>
          <cx:pt idx="812">25.25</cx:pt>
          <cx:pt idx="813">30.399999999999999</cx:pt>
          <cx:pt idx="814">20.050000000000001</cx:pt>
          <cx:pt idx="815">84.599999999999994</cx:pt>
          <cx:pt idx="816">86.200000000000003</cx:pt>
          <cx:pt idx="817">103.7</cx:pt>
          <cx:pt idx="818">111.2</cx:pt>
          <cx:pt idx="819">88</cx:pt>
          <cx:pt idx="820">106.34999999999999</cx:pt>
          <cx:pt idx="821">79.150000000000006</cx:pt>
          <cx:pt idx="822">103.09999999999999</cx:pt>
          <cx:pt idx="823">63.950000000000003</cx:pt>
          <cx:pt idx="824">25.800000000000001</cx:pt>
          <cx:pt idx="825">89.450000000000003</cx:pt>
          <cx:pt idx="826">95.599999999999994</cx:pt>
          <cx:pt idx="827">25.550000000000001</cx:pt>
          <cx:pt idx="828">90.950000000000003</cx:pt>
          <cx:pt idx="829">44.850000000000001</cx:pt>
          <cx:pt idx="830">108.55</cx:pt>
          <cx:pt idx="831">25.050000000000001</cx:pt>
          <cx:pt idx="832">74.099999999999994</cx:pt>
          <cx:pt idx="833">88.799999999999997</cx:pt>
          <cx:pt idx="834">78.849999999999994</cx:pt>
          <cx:pt idx="835">93.25</cx:pt>
          <cx:pt idx="836">71.400000000000006</cx:pt>
          <cx:pt idx="837">44.399999999999999</cx:pt>
          <cx:pt idx="838">79.200000000000003</cx:pt>
          <cx:pt idx="839">20.399999999999999</cx:pt>
          <cx:pt idx="840">100</cx:pt>
          <cx:pt idx="841">105</cx:pt>
          <cx:pt idx="842">19.800000000000001</cx:pt>
          <cx:pt idx="843">30.850000000000001</cx:pt>
          <cx:pt idx="844">89.900000000000006</cx:pt>
          <cx:pt idx="845">20.550000000000001</cx:pt>
          <cx:pt idx="846">84.849999999999994</cx:pt>
          <cx:pt idx="847">33.149999999999999</cx:pt>
          <cx:pt idx="848">92</cx:pt>
          <cx:pt idx="849">89.799999999999997</cx:pt>
          <cx:pt idx="850">115.8</cx:pt>
          <cx:pt idx="851">85.150000000000006</cx:pt>
          <cx:pt idx="852">24.850000000000001</cx:pt>
          <cx:pt idx="853">64.349999999999994</cx:pt>
          <cx:pt idx="854">20.5</cx:pt>
          <cx:pt idx="855">100.15000000000001</cx:pt>
          <cx:pt idx="856">86.049999999999997</cx:pt>
          <cx:pt idx="857">50.799999999999997</cx:pt>
          <cx:pt idx="858">89</cx:pt>
          <cx:pt idx="859">64.799999999999997</cx:pt>
          <cx:pt idx="860">19.800000000000001</cx:pt>
          <cx:pt idx="861">93.400000000000006</cx:pt>
          <cx:pt idx="862">73.650000000000006</cx:pt>
          <cx:pt idx="863">95.099999999999994</cx:pt>
          <cx:pt idx="864">94.650000000000006</cx:pt>
          <cx:pt idx="865">80.599999999999994</cx:pt>
          <cx:pt idx="866">39</cx:pt>
          <cx:pt idx="867">20.5</cx:pt>
          <cx:pt idx="868">85.549999999999997</cx:pt>
          <cx:pt idx="869">26.399999999999999</cx:pt>
          <cx:pt idx="870">98.200000000000003</cx:pt>
          <cx:pt idx="871">97.549999999999997</cx:pt>
          <cx:pt idx="872">19.949999999999999</cx:pt>
          <cx:pt idx="873">50.799999999999997</cx:pt>
          <cx:pt idx="874">99.700000000000003</cx:pt>
          <cx:pt idx="875">34.799999999999997</cx:pt>
          <cx:pt idx="876">105.09999999999999</cx:pt>
          <cx:pt idx="877">60.149999999999999</cx:pt>
          <cx:pt idx="878">64.75</cx:pt>
          <cx:pt idx="879">54.649999999999999</cx:pt>
          <cx:pt idx="880">110.09999999999999</cx:pt>
          <cx:pt idx="881">19.300000000000001</cx:pt>
          <cx:pt idx="882">83.900000000000006</cx:pt>
          <cx:pt idx="883">111.25</cx:pt>
          <cx:pt idx="884">35.799999999999997</cx:pt>
          <cx:pt idx="885">20.050000000000001</cx:pt>
          <cx:pt idx="886">84.349999999999994</cx:pt>
          <cx:pt idx="887">110.5</cx:pt>
          <cx:pt idx="888">91.200000000000003</cx:pt>
          <cx:pt idx="889">100.55</cx:pt>
          <cx:pt idx="890">89.299999999999997</cx:pt>
          <cx:pt idx="891">103.84999999999999</cx:pt>
          <cx:pt idx="892">81.099999999999994</cx:pt>
          <cx:pt idx="893">24.600000000000001</cx:pt>
          <cx:pt idx="894">81.200000000000003</cx:pt>
          <cx:pt idx="895">94.299999999999997</cx:pt>
          <cx:pt idx="896">116.09999999999999</cx:pt>
          <cx:pt idx="897">105.55</cx:pt>
          <cx:pt idx="898">98.900000000000006</cx:pt>
          <cx:pt idx="899">94.400000000000006</cx:pt>
          <cx:pt idx="900">19.5</cx:pt>
          <cx:pt idx="901">98.299999999999997</cx:pt>
          <cx:pt idx="902">93.849999999999994</cx:pt>
          <cx:pt idx="903">105.59999999999999</cx:pt>
          <cx:pt idx="904">81.349999999999994</cx:pt>
          <cx:pt idx="905">100.5</cx:pt>
          <cx:pt idx="906">56.399999999999999</cx:pt>
          <cx:pt idx="907">65.349999999999994</cx:pt>
          <cx:pt idx="908">19.949999999999999</cx:pt>
          <cx:pt idx="909">111.25</cx:pt>
          <cx:pt idx="910">72.849999999999994</cx:pt>
          <cx:pt idx="911">89</cx:pt>
          <cx:pt idx="912">106.09999999999999</cx:pt>
          <cx:pt idx="913">20.050000000000001</cx:pt>
          <cx:pt idx="914">25.199999999999999</cx:pt>
          <cx:pt idx="915">73.549999999999997</cx:pt>
          <cx:pt idx="916">75.400000000000006</cx:pt>
          <cx:pt idx="917">65.549999999999997</cx:pt>
          <cx:pt idx="918">80.700000000000003</cx:pt>
          <cx:pt idx="919">104.55</cx:pt>
          <cx:pt idx="920">24.149999999999999</cx:pt>
          <cx:pt idx="921">20.449999999999999</cx:pt>
          <cx:pt idx="922">75.400000000000006</cx:pt>
          <cx:pt idx="923">79.700000000000003</cx:pt>
          <cx:pt idx="924">81.700000000000003</cx:pt>
          <cx:pt idx="925">76.299999999999997</cx:pt>
          <cx:pt idx="926">79.400000000000006</cx:pt>
          <cx:pt idx="927">81.150000000000006</cx:pt>
          <cx:pt idx="928">103.75</cx:pt>
          <cx:pt idx="929">86.450000000000003</cx:pt>
          <cx:pt idx="930">75.099999999999994</cx:pt>
          <cx:pt idx="931">80.599999999999994</cx:pt>
          <cx:pt idx="932">19.300000000000001</cx:pt>
          <cx:pt idx="933">84.599999999999994</cx:pt>
          <cx:pt idx="934">33.600000000000001</cx:pt>
          <cx:pt idx="935">83.25</cx:pt>
          <cx:pt idx="936">80.849999999999994</cx:pt>
          <cx:pt idx="937">79.049999999999997</cx:pt>
          <cx:pt idx="938">108.05</cx:pt>
          <cx:pt idx="939">19.899999999999999</cx:pt>
          <cx:pt idx="940">21.050000000000001</cx:pt>
          <cx:pt idx="941">30.149999999999999</cx:pt>
          <cx:pt idx="942">79.849999999999994</cx:pt>
          <cx:pt idx="943">65.5</cx:pt>
          <cx:pt idx="944">104.09999999999999</cx:pt>
          <cx:pt idx="945">74.400000000000006</cx:pt>
          <cx:pt idx="946">20.5</cx:pt>
          <cx:pt idx="947">91.349999999999994</cx:pt>
          <cx:pt idx="948">99.049999999999997</cx:pt>
          <cx:pt idx="949">20.5</cx:pt>
          <cx:pt idx="950">44.950000000000003</cx:pt>
          <cx:pt idx="951">75.599999999999994</cx:pt>
          <cx:pt idx="952">55.100000000000001</cx:pt>
          <cx:pt idx="953">58.950000000000003</cx:pt>
          <cx:pt idx="954">95.099999999999994</cx:pt>
          <cx:pt idx="955">44.700000000000003</cx:pt>
          <cx:pt idx="956">25.449999999999999</cx:pt>
          <cx:pt idx="957">56.75</cx:pt>
          <cx:pt idx="958">81.75</cx:pt>
          <cx:pt idx="959">86.099999999999994</cx:pt>
          <cx:pt idx="960">29.800000000000001</cx:pt>
          <cx:pt idx="961">20.5</cx:pt>
          <cx:pt idx="962">60.899999999999999</cx:pt>
          <cx:pt idx="963">73.25</cx:pt>
          <cx:pt idx="964">45.700000000000003</cx:pt>
          <cx:pt idx="965">100.3</cx:pt>
          <cx:pt idx="966">19.25</cx:pt>
          <cx:pt idx="967">20.850000000000001</cx:pt>
          <cx:pt idx="968">77.349999999999994</cx:pt>
          <cx:pt idx="969">96</cx:pt>
          <cx:pt idx="970">90.549999999999997</cx:pt>
          <cx:pt idx="971">93.849999999999994</cx:pt>
          <cx:pt idx="972">70.099999999999994</cx:pt>
          <cx:pt idx="973">30.350000000000001</cx:pt>
          <cx:pt idx="974">75.950000000000003</cx:pt>
          <cx:pt idx="975">108.05</cx:pt>
          <cx:pt idx="976">69.900000000000006</cx:pt>
          <cx:pt idx="977">75.25</cx:pt>
          <cx:pt idx="978">103.75</cx:pt>
          <cx:pt idx="979">54.950000000000003</cx:pt>
          <cx:pt idx="980">19.5</cx:pt>
          <cx:pt idx="981">19.600000000000001</cx:pt>
          <cx:pt idx="982">47.850000000000001</cx:pt>
          <cx:pt idx="983">86.599999999999994</cx:pt>
          <cx:pt idx="984">23.75</cx:pt>
          <cx:pt idx="985">80.599999999999994</cx:pt>
          <cx:pt idx="986">43.799999999999997</cx:pt>
          <cx:pt idx="987">19.75</cx:pt>
          <cx:pt idx="988">19.149999999999999</cx:pt>
          <cx:pt idx="989">19.600000000000001</cx:pt>
          <cx:pt idx="990">80.299999999999997</cx:pt>
          <cx:pt idx="991">24.350000000000001</cx:pt>
          <cx:pt idx="992">25.25</cx:pt>
          <cx:pt idx="993">26.100000000000001</cx:pt>
          <cx:pt idx="994">20</cx:pt>
          <cx:pt idx="995">85.299999999999997</cx:pt>
          <cx:pt idx="996">70</cx:pt>
          <cx:pt idx="997">94.299999999999997</cx:pt>
          <cx:pt idx="998">20.699999999999999</cx:pt>
          <cx:pt idx="999">70.299999999999997</cx:pt>
          <cx:pt idx="1000">95.349999999999994</cx:pt>
          <cx:pt idx="1001">75.5</cx:pt>
          <cx:pt idx="1002">69.549999999999997</cx:pt>
          <cx:pt idx="1003">19.850000000000001</cx:pt>
          <cx:pt idx="1004">20</cx:pt>
          <cx:pt idx="1005">95.849999999999994</cx:pt>
          <cx:pt idx="1006">90.099999999999994</cx:pt>
          <cx:pt idx="1007">68.950000000000003</cx:pt>
          <cx:pt idx="1008">99.549999999999997</cx:pt>
          <cx:pt idx="1009">20.75</cx:pt>
          <cx:pt idx="1010">50.149999999999999</cx:pt>
          <cx:pt idx="1011">58.649999999999999</cx:pt>
          <cx:pt idx="1012">95.900000000000006</cx:pt>
          <cx:pt idx="1013">49.5</cx:pt>
          <cx:pt idx="1014">57.450000000000003</cx:pt>
          <cx:pt idx="1015">53.649999999999999</cx:pt>
          <cx:pt idx="1016">80.099999999999994</cx:pt>
          <cx:pt idx="1017">24.399999999999999</cx:pt>
          <cx:pt idx="1018">40.049999999999997</cx:pt>
          <cx:pt idx="1019">19.5</cx:pt>
          <cx:pt idx="1020">51.049999999999997</cx:pt>
          <cx:pt idx="1021">54.350000000000001</cx:pt>
          <cx:pt idx="1022">84.700000000000003</cx:pt>
          <cx:pt idx="1023">86.099999999999994</cx:pt>
          <cx:pt idx="1024">70.349999999999994</cx:pt>
          <cx:pt idx="1025">110</cx:pt>
          <cx:pt idx="1026">100.59999999999999</cx:pt>
          <cx:pt idx="1027">94.900000000000006</cx:pt>
          <cx:pt idx="1028">83.75</cx:pt>
          <cx:pt idx="1029">88.299999999999997</cx:pt>
          <cx:pt idx="1030">69.75</cx:pt>
          <cx:pt idx="1031">71.599999999999994</cx:pt>
          <cx:pt idx="1032">92.099999999999994</cx:pt>
          <cx:pt idx="1033">23.649999999999999</cx:pt>
          <cx:pt idx="1034">81.849999999999994</cx:pt>
          <cx:pt idx="1035">25.100000000000001</cx:pt>
          <cx:pt idx="1036">114.7</cx:pt>
          <cx:pt idx="1037">49.149999999999999</cx:pt>
          <cx:pt idx="1038">80.900000000000006</cx:pt>
          <cx:pt idx="1039">79.450000000000003</cx:pt>
          <cx:pt idx="1040">90.450000000000003</cx:pt>
          <cx:pt idx="1041">19.300000000000001</cx:pt>
          <cx:pt idx="1042">70.200000000000003</cx:pt>
          <cx:pt idx="1043">69.75</cx:pt>
          <cx:pt idx="1044">54.25</cx:pt>
          <cx:pt idx="1045">99.299999999999997</cx:pt>
          <cx:pt idx="1046">74</cx:pt>
          <cx:pt idx="1047">50.25</cx:pt>
          <cx:pt idx="1048">19.800000000000001</cx:pt>
          <cx:pt idx="1049">19.649999999999999</cx:pt>
          <cx:pt idx="1050">43.649999999999999</cx:pt>
          <cx:pt idx="1051">35.5</cx:pt>
          <cx:pt idx="1052">80.75</cx:pt>
          <cx:pt idx="1053">39.5</cx:pt>
          <cx:pt idx="1054">97.099999999999994</cx:pt>
          <cx:pt idx="1055">19.550000000000001</cx:pt>
          <cx:pt idx="1056">80</cx:pt>
          <cx:pt idx="1057">84.700000000000003</cx:pt>
          <cx:pt idx="1058">89.549999999999997</cx:pt>
          <cx:pt idx="1059">90.599999999999994</cx:pt>
          <cx:pt idx="1060">20.050000000000001</cx:pt>
          <cx:pt idx="1061">112.40000000000001</cx:pt>
          <cx:pt idx="1062">50.200000000000003</cx:pt>
          <cx:pt idx="1063">62.25</cx:pt>
          <cx:pt idx="1064">55.700000000000003</cx:pt>
          <cx:pt idx="1065">90.049999999999997</cx:pt>
          <cx:pt idx="1066">19.649999999999999</cx:pt>
          <cx:pt idx="1067">89.25</cx:pt>
          <cx:pt idx="1068">99.049999999999997</cx:pt>
          <cx:pt idx="1069">54</cx:pt>
          <cx:pt idx="1070">69.75</cx:pt>
          <cx:pt idx="1071">49.049999999999997</cx:pt>
          <cx:pt idx="1072">56.75</cx:pt>
          <cx:pt idx="1073">98.049999999999997</cx:pt>
          <cx:pt idx="1074">21.100000000000001</cx:pt>
          <cx:pt idx="1075">96.650000000000006</cx:pt>
          <cx:pt idx="1076">24.5</cx:pt>
          <cx:pt idx="1077">114.5</cx:pt>
          <cx:pt idx="1078">79.200000000000003</cx:pt>
          <cx:pt idx="1079">69.549999999999997</cx:pt>
          <cx:pt idx="1080">20.050000000000001</cx:pt>
          <cx:pt idx="1081">98.849999999999994</cx:pt>
          <cx:pt idx="1082">25.75</cx:pt>
          <cx:pt idx="1083">80.950000000000003</cx:pt>
          <cx:pt idx="1084">19.600000000000001</cx:pt>
          <cx:pt idx="1085">74.299999999999997</cx:pt>
          <cx:pt idx="1086">89.700000000000003</cx:pt>
          <cx:pt idx="1087">87.650000000000006</cx:pt>
          <cx:pt idx="1088">100.45</cx:pt>
          <cx:pt idx="1089">74.75</cx:pt>
          <cx:pt idx="1090">107.45</cx:pt>
          <cx:pt idx="1091">75.349999999999994</cx:pt>
          <cx:pt idx="1092">64.950000000000003</cx:pt>
          <cx:pt idx="1093">100.45</cx:pt>
          <cx:pt idx="1094">68.5</cx:pt>
          <cx:pt idx="1095">80.549999999999997</cx:pt>
          <cx:pt idx="1096">81.25</cx:pt>
          <cx:pt idx="1097">90.400000000000006</cx:pt>
          <cx:pt idx="1098">89.549999999999997</cx:pt>
          <cx:pt idx="1099">55.700000000000003</cx:pt>
          <cx:pt idx="1100">24.800000000000001</cx:pt>
          <cx:pt idx="1101">20</cx:pt>
          <cx:pt idx="1102">56.149999999999999</cx:pt>
          <cx:pt idx="1103">105.2</cx:pt>
          <cx:pt idx="1104">19.550000000000001</cx:pt>
          <cx:pt idx="1105">79.75</cx:pt>
          <cx:pt idx="1106">97.450000000000003</cx:pt>
          <cx:pt idx="1107">24.25</cx:pt>
          <cx:pt idx="1108">24.600000000000001</cx:pt>
          <cx:pt idx="1109">50.149999999999999</cx:pt>
          <cx:pt idx="1110">39.600000000000001</cx:pt>
          <cx:pt idx="1111">94.400000000000006</cx:pt>
          <cx:pt idx="1112">89.849999999999994</cx:pt>
          <cx:pt idx="1113">78.950000000000003</cx:pt>
          <cx:pt idx="1114">98.849999999999994</cx:pt>
          <cx:pt idx="1115">53.850000000000001</cx:pt>
          <cx:pt idx="1116">24.25</cx:pt>
          <cx:pt idx="1117">89.450000000000003</cx:pt>
          <cx:pt idx="1118">105.25</cx:pt>
          <cx:pt idx="1119">59.5</cx:pt>
          <cx:pt idx="1120">70.549999999999997</cx:pt>
          <cx:pt idx="1121">82.5</cx:pt>
          <cx:pt idx="1122">44.850000000000001</cx:pt>
          <cx:pt idx="1123">61.600000000000001</cx:pt>
          <cx:pt idx="1124">49.049999999999997</cx:pt>
          <cx:pt idx="1125">105.65000000000001</cx:pt>
          <cx:pt idx="1126">74.650000000000006</cx:pt>
          <cx:pt idx="1127">66.25</cx:pt>
          <cx:pt idx="1128">19.399999999999999</cx:pt>
          <cx:pt idx="1129">86.049999999999997</cx:pt>
          <cx:pt idx="1130">19.149999999999999</cx:pt>
          <cx:pt idx="1131">64.700000000000003</cx:pt>
          <cx:pt idx="1132">104.05</cx:pt>
          <cx:pt idx="1133">19.25</cx:pt>
          <cx:pt idx="1134">81.950000000000003</cx:pt>
          <cx:pt idx="1135">114.65000000000001</cx:pt>
          <cx:pt idx="1136">20</cx:pt>
          <cx:pt idx="1137">19.800000000000001</cx:pt>
          <cx:pt idx="1138">65.150000000000006</cx:pt>
          <cx:pt idx="1139">19.649999999999999</cx:pt>
          <cx:pt idx="1140">88.950000000000003</cx:pt>
          <cx:pt idx="1141">20.199999999999999</cx:pt>
          <cx:pt idx="1142">75.200000000000003</cx:pt>
          <cx:pt idx="1143">56.799999999999997</cx:pt>
          <cx:pt idx="1144">35.549999999999997</cx:pt>
          <cx:pt idx="1145">75.5</cx:pt>
          <cx:pt idx="1146">35.600000000000001</cx:pt>
          <cx:pt idx="1147">60.25</cx:pt>
          <cx:pt idx="1148">95.150000000000006</cx:pt>
          <cx:pt idx="1149">96.650000000000006</cx:pt>
          <cx:pt idx="1150">40.350000000000001</cx:pt>
          <cx:pt idx="1151">18.850000000000001</cx:pt>
          <cx:pt idx="1152">54.850000000000001</cx:pt>
          <cx:pt idx="1153">64.299999999999997</cx:pt>
          <cx:pt idx="1154">24.649999999999999</cx:pt>
          <cx:pt idx="1155">76.099999999999994</cx:pt>
          <cx:pt idx="1156">18.699999999999999</cx:pt>
          <cx:pt idx="1157">97.950000000000003</cx:pt>
          <cx:pt idx="1158">94.099999999999994</cx:pt>
          <cx:pt idx="1159">80.400000000000006</cx:pt>
          <cx:pt idx="1160">95.099999999999994</cx:pt>
          <cx:pt idx="1161">31.350000000000001</cx:pt>
          <cx:pt idx="1162">72.349999999999994</cx:pt>
          <cx:pt idx="1163">89.75</cx:pt>
          <cx:pt idx="1164">82.700000000000003</cx:pt>
          <cx:pt idx="1165">19.899999999999999</cx:pt>
          <cx:pt idx="1166">53.799999999999997</cx:pt>
          <cx:pt idx="1167">51.549999999999997</cx:pt>
          <cx:pt idx="1168">19.649999999999999</cx:pt>
          <cx:pt idx="1169">44.049999999999997</cx:pt>
          <cx:pt idx="1170">114</cx:pt>
          <cx:pt idx="1171">94.400000000000006</cx:pt>
          <cx:pt idx="1172">100.40000000000001</cx:pt>
          <cx:pt idx="1173">19.850000000000001</cx:pt>
          <cx:pt idx="1174">54.25</cx:pt>
          <cx:pt idx="1175">80</cx:pt>
          <cx:pt idx="1176">109.90000000000001</cx:pt>
          <cx:pt idx="1177">79.200000000000003</cx:pt>
          <cx:pt idx="1178">101.34999999999999</cx:pt>
          <cx:pt idx="1179">94.299999999999997</cx:pt>
          <cx:pt idx="1180">49.799999999999997</cx:pt>
          <cx:pt idx="1181">60.049999999999997</cx:pt>
          <cx:pt idx="1182">53.75</cx:pt>
          <cx:pt idx="1183">93.450000000000003</cx:pt>
          <cx:pt idx="1184">87.900000000000006</cx:pt>
          <cx:pt idx="1185">60.149999999999999</cx:pt>
          <cx:pt idx="1186">61.049999999999997</cx:pt>
          <cx:pt idx="1187">104.05</cx:pt>
          <cx:pt idx="1188">99.25</cx:pt>
          <cx:pt idx="1189">85.700000000000003</cx:pt>
          <cx:pt idx="1190">104.84999999999999</cx:pt>
          <cx:pt idx="1191">69.150000000000006</cx:pt>
          <cx:pt idx="1192">90.450000000000003</cx:pt>
          <cx:pt idx="1193">74.450000000000003</cx:pt>
          <cx:pt idx="1194">50.450000000000003</cx:pt>
          <cx:pt idx="1195">60</cx:pt>
          <cx:pt idx="1196">85.25</cx:pt>
          <cx:pt idx="1197">19.449999999999999</cx:pt>
          <cx:pt idx="1198">20.75</cx:pt>
          <cx:pt idx="1199">78.900000000000006</cx:pt>
          <cx:pt idx="1200">104.5</cx:pt>
          <cx:pt idx="1201">49.399999999999999</cx:pt>
          <cx:pt idx="1202">94.25</cx:pt>
          <cx:pt idx="1203">25</cx:pt>
          <cx:pt idx="1204">25.550000000000001</cx:pt>
          <cx:pt idx="1205">74.900000000000006</cx:pt>
          <cx:pt idx="1206">70.150000000000006</cx:pt>
          <cx:pt idx="1207">69.400000000000006</cx:pt>
          <cx:pt idx="1208">80.25</cx:pt>
          <cx:pt idx="1209">93.150000000000006</cx:pt>
          <cx:pt idx="1210">69</cx:pt>
          <cx:pt idx="1211">66.349999999999994</cx:pt>
          <cx:pt idx="1212">69.549999999999997</cx:pt>
          <cx:pt idx="1213">20.199999999999999</cx:pt>
          <cx:pt idx="1214">86</cx:pt>
          <cx:pt idx="1215">80.299999999999997</cx:pt>
          <cx:pt idx="1216">20.399999999999999</cx:pt>
          <cx:pt idx="1217">23.75</cx:pt>
          <cx:pt idx="1218">90.549999999999997</cx:pt>
          <cx:pt idx="1219">70.450000000000003</cx:pt>
          <cx:pt idx="1220">65.75</cx:pt>
          <cx:pt idx="1221">24.600000000000001</cx:pt>
          <cx:pt idx="1222">69.25</cx:pt>
          <cx:pt idx="1223">75.900000000000006</cx:pt>
          <cx:pt idx="1224">45.850000000000001</cx:pt>
          <cx:pt idx="1225">49.950000000000003</cx:pt>
          <cx:pt idx="1226">24.649999999999999</cx:pt>
          <cx:pt idx="1227">90.400000000000006</cx:pt>
          <cx:pt idx="1228">100.84999999999999</cx:pt>
          <cx:pt idx="1229">75.349999999999994</cx:pt>
          <cx:pt idx="1230">87.200000000000003</cx:pt>
          <cx:pt idx="1231">64.400000000000006</cx:pt>
          <cx:pt idx="1232">78.299999999999997</cx:pt>
          <cx:pt idx="1233">24.699999999999999</cx:pt>
          <cx:pt idx="1234">105.84999999999999</cx:pt>
          <cx:pt idx="1235">98.299999999999997</cx:pt>
          <cx:pt idx="1236">76.950000000000003</cx:pt>
          <cx:pt idx="1237">19.449999999999999</cx:pt>
          <cx:pt idx="1238">96.150000000000006</cx:pt>
          <cx:pt idx="1239">58.700000000000003</cx:pt>
          <cx:pt idx="1240">20.149999999999999</cx:pt>
          <cx:pt idx="1241">64.5</cx:pt>
          <cx:pt idx="1242">28.5</cx:pt>
          <cx:pt idx="1243">45.299999999999997</cx:pt>
          <cx:pt idx="1244">19.399999999999999</cx:pt>
          <cx:pt idx="1245">90.450000000000003</cx:pt>
          <cx:pt idx="1246">105.15000000000001</cx:pt>
          <cx:pt idx="1247">83.150000000000006</cx:pt>
          <cx:pt idx="1248">90.150000000000006</cx:pt>
          <cx:pt idx="1249">45.049999999999997</cx:pt>
          <cx:pt idx="1250">103.2</cx:pt>
          <cx:pt idx="1251">75.799999999999997</cx:pt>
          <cx:pt idx="1252">19.449999999999999</cx:pt>
          <cx:pt idx="1253">79.299999999999997</cx:pt>
          <cx:pt idx="1254">88.799999999999997</cx:pt>
          <cx:pt idx="1255">30.899999999999999</cx:pt>
          <cx:pt idx="1256">85.900000000000006</cx:pt>
          <cx:pt idx="1257">34.200000000000003</cx:pt>
          <cx:pt idx="1258">20.149999999999999</cx:pt>
          <cx:pt idx="1259">95.25</cx:pt>
          <cx:pt idx="1260">50.299999999999997</cx:pt>
          <cx:pt idx="1261">80.150000000000006</cx:pt>
          <cx:pt idx="1262">51.25</cx:pt>
          <cx:pt idx="1263">89.599999999999994</cx:pt>
          <cx:pt idx="1264">95.200000000000003</cx:pt>
          <cx:pt idx="1265">94.799999999999997</cx:pt>
          <cx:pt idx="1266">80.25</cx:pt>
          <cx:pt idx="1267">76.099999999999994</cx:pt>
          <cx:pt idx="1268">110.15000000000001</cx:pt>
          <cx:pt idx="1269">115.55</cx:pt>
          <cx:pt idx="1270">24.649999999999999</cx:pt>
          <cx:pt idx="1271">53.600000000000001</cx:pt>
          <cx:pt idx="1272">19.449999999999999</cx:pt>
          <cx:pt idx="1273">88.200000000000003</cx:pt>
          <cx:pt idx="1274">101.15000000000001</cx:pt>
          <cx:pt idx="1275">56.799999999999997</cx:pt>
          <cx:pt idx="1276">99.400000000000006</cx:pt>
          <cx:pt idx="1277">20.100000000000001</cx:pt>
          <cx:pt idx="1278">60.700000000000003</cx:pt>
          <cx:pt idx="1279">20.949999999999999</cx:pt>
          <cx:pt idx="1280">114.84999999999999</cx:pt>
          <cx:pt idx="1281">19.25</cx:pt>
          <cx:pt idx="1282">62.799999999999997</cx:pt>
          <cx:pt idx="1283">105.5</cx:pt>
          <cx:pt idx="1284">19.850000000000001</cx:pt>
          <cx:pt idx="1285">89.5</cx:pt>
          <cx:pt idx="1286">74.099999999999994</cx:pt>
          <cx:pt idx="1287">107.5</cx:pt>
          <cx:pt idx="1288">19.550000000000001</cx:pt>
          <cx:pt idx="1289">68.799999999999997</cx:pt>
          <cx:pt idx="1290">84.450000000000003</cx:pt>
          <cx:pt idx="1291">75</cx:pt>
          <cx:pt idx="1292">84.5</cx:pt>
          <cx:pt idx="1293">111.2</cx:pt>
          <cx:pt idx="1294">44.75</cx:pt>
          <cx:pt idx="1295">80.599999999999994</cx:pt>
          <cx:pt idx="1296">80.700000000000003</cx:pt>
          <cx:pt idx="1297">75.599999999999994</cx:pt>
          <cx:pt idx="1298">57.600000000000001</cx:pt>
          <cx:pt idx="1299">44.049999999999997</cx:pt>
          <cx:pt idx="1300">110.59999999999999</cx:pt>
          <cx:pt idx="1301">58.200000000000003</cx:pt>
          <cx:pt idx="1302">81</cx:pt>
          <cx:pt idx="1303">19.699999999999999</cx:pt>
          <cx:pt idx="1304">85.599999999999994</cx:pt>
          <cx:pt idx="1305">59.549999999999997</cx:pt>
          <cx:pt idx="1306">115.55</cx:pt>
          <cx:pt idx="1307">75.549999999999997</cx:pt>
          <cx:pt idx="1308">86.599999999999994</cx:pt>
          <cx:pt idx="1309">85.200000000000003</cx:pt>
          <cx:pt idx="1310">97.650000000000006</cx:pt>
          <cx:pt idx="1311">45.100000000000001</cx:pt>
          <cx:pt idx="1312">70.950000000000003</cx:pt>
          <cx:pt idx="1313">109.55</cx:pt>
          <cx:pt idx="1314">89.549999999999997</cx:pt>
          <cx:pt idx="1315">20.899999999999999</cx:pt>
          <cx:pt idx="1316">19.949999999999999</cx:pt>
          <cx:pt idx="1317">24.600000000000001</cx:pt>
          <cx:pt idx="1318">66.700000000000003</cx:pt>
          <cx:pt idx="1319">19.449999999999999</cx:pt>
          <cx:pt idx="1320">94.799999999999997</cx:pt>
          <cx:pt idx="1321">65.849999999999994</cx:pt>
          <cx:pt idx="1322">19.949999999999999</cx:pt>
          <cx:pt idx="1323">24.649999999999999</cx:pt>
          <cx:pt idx="1324">20.350000000000001</cx:pt>
          <cx:pt idx="1325">69.25</cx:pt>
          <cx:pt idx="1326">51.25</cx:pt>
          <cx:pt idx="1327">99.5</cx:pt>
          <cx:pt idx="1328">54.25</cx:pt>
          <cx:pt idx="1329">19.399999999999999</cx:pt>
          <cx:pt idx="1330">56.25</cx:pt>
          <cx:pt idx="1331">25.149999999999999</cx:pt>
          <cx:pt idx="1332">23.949999999999999</cx:pt>
          <cx:pt idx="1333">35.399999999999999</cx:pt>
          <cx:pt idx="1334">25.199999999999999</cx:pt>
          <cx:pt idx="1335">45</cx:pt>
          <cx:pt idx="1336">75.349999999999994</cx:pt>
          <cx:pt idx="1337">20.399999999999999</cx:pt>
          <cx:pt idx="1338">20.149999999999999</cx:pt>
          <cx:pt idx="1339">105</cx:pt>
          <cx:pt idx="1340">56.049999999999997</cx:pt>
          <cx:pt idx="1341">54.700000000000003</cx:pt>
          <cx:pt idx="1342">20</cx:pt>
          <cx:pt idx="1343">73.049999999999997</cx:pt>
          <cx:pt idx="1344">20.5</cx:pt>
          <cx:pt idx="1345">100.75</cx:pt>
          <cx:pt idx="1346">87.25</cx:pt>
          <cx:pt idx="1347">19.949999999999999</cx:pt>
          <cx:pt idx="1348">79.950000000000003</cx:pt>
          <cx:pt idx="1349">49.649999999999999</cx:pt>
          <cx:pt idx="1350">65.650000000000006</cx:pt>
          <cx:pt idx="1351">20.449999999999999</cx:pt>
          <cx:pt idx="1352">60.950000000000003</cx:pt>
          <cx:pt idx="1353">20.350000000000001</cx:pt>
          <cx:pt idx="1354">88.349999999999994</cx:pt>
          <cx:pt idx="1355">19.5</cx:pt>
          <cx:pt idx="1356">75.200000000000003</cx:pt>
          <cx:pt idx="1357">111.45</cx:pt>
          <cx:pt idx="1358">70.150000000000006</cx:pt>
          <cx:pt idx="1359">94.75</cx:pt>
          <cx:pt idx="1360">95.049999999999997</cx:pt>
          <cx:pt idx="1361">78.450000000000003</cx:pt>
          <cx:pt idx="1362">70.200000000000003</cx:pt>
          <cx:pt idx="1363">92</cx:pt>
          <cx:pt idx="1364">85.5</cx:pt>
          <cx:pt idx="1365">41.049999999999997</cx:pt>
          <cx:pt idx="1366">85.599999999999994</cx:pt>
          <cx:pt idx="1367">82.150000000000006</cx:pt>
          <cx:pt idx="1368">84.400000000000006</cx:pt>
          <cx:pt idx="1369">60.899999999999999</cx:pt>
          <cx:pt idx="1370">20.25</cx:pt>
          <cx:pt idx="1371">79.200000000000003</cx:pt>
          <cx:pt idx="1372">95.299999999999997</cx:pt>
          <cx:pt idx="1373">19.850000000000001</cx:pt>
          <cx:pt idx="1374">84.349999999999994</cx:pt>
          <cx:pt idx="1375">19.850000000000001</cx:pt>
          <cx:pt idx="1376">70</cx:pt>
          <cx:pt idx="1377">82.299999999999997</cx:pt>
          <cx:pt idx="1378">66.799999999999997</cx:pt>
          <cx:pt idx="1379">44.600000000000001</cx:pt>
          <cx:pt idx="1380">98.450000000000003</cx:pt>
          <cx:pt idx="1381">70.700000000000003</cx:pt>
          <cx:pt idx="1382">24.949999999999999</cx:pt>
          <cx:pt idx="1383">49.950000000000003</cx:pt>
          <cx:pt idx="1384">69.25</cx:pt>
          <cx:pt idx="1385">102.5</cx:pt>
          <cx:pt idx="1386">86.549999999999997</cx:pt>
          <cx:pt idx="1387">24.300000000000001</cx:pt>
          <cx:pt idx="1388">58.350000000000001</cx:pt>
          <cx:pt idx="1389">94.25</cx:pt>
          <cx:pt idx="1390">68.75</cx:pt>
          <cx:pt idx="1391">85.799999999999997</cx:pt>
          <cx:pt idx="1392">20.100000000000001</cx:pt>
          <cx:pt idx="1393">20.350000000000001</cx:pt>
          <cx:pt idx="1394">110.8</cx:pt>
          <cx:pt idx="1395">73</cx:pt>
          <cx:pt idx="1396">100.05</cx:pt>
          <cx:pt idx="1397">82.849999999999994</cx:pt>
          <cx:pt idx="1398">84.349999999999994</cx:pt>
          <cx:pt idx="1399">19.550000000000001</cx:pt>
          <cx:pt idx="1400">19.949999999999999</cx:pt>
          <cx:pt idx="1401">99.799999999999997</cx:pt>
          <cx:pt idx="1402">35</cx:pt>
          <cx:pt idx="1403">66.25</cx:pt>
          <cx:pt idx="1404">23.300000000000001</cx:pt>
          <cx:pt idx="1405">76</cx:pt>
          <cx:pt idx="1406">25.300000000000001</cx:pt>
          <cx:pt idx="1407">44.549999999999997</cx:pt>
          <cx:pt idx="1408">104.09999999999999</cx:pt>
          <cx:pt idx="1409">92.549999999999997</cx:pt>
          <cx:pt idx="1410">93.849999999999994</cx:pt>
          <cx:pt idx="1411">101.45</cx:pt>
          <cx:pt idx="1412">84.299999999999997</cx:pt>
          <cx:pt idx="1413">94.549999999999997</cx:pt>
          <cx:pt idx="1414">95.5</cx:pt>
          <cx:pt idx="1415">100.3</cx:pt>
          <cx:pt idx="1416">55.5</cx:pt>
          <cx:pt idx="1417">49.850000000000001</cx:pt>
          <cx:pt idx="1418">89.549999999999997</cx:pt>
          <cx:pt idx="1419">19.149999999999999</cx:pt>
          <cx:pt idx="1420">99.799999999999997</cx:pt>
          <cx:pt idx="1421">84.400000000000006</cx:pt>
          <cx:pt idx="1422">113.05</cx:pt>
          <cx:pt idx="1423">101.09999999999999</cx:pt>
          <cx:pt idx="1424">19.949999999999999</cx:pt>
          <cx:pt idx="1425">74.150000000000006</cx:pt>
          <cx:pt idx="1426">92</cx:pt>
          <cx:pt idx="1427">73.849999999999994</cx:pt>
          <cx:pt idx="1428">50.450000000000003</cx:pt>
          <cx:pt idx="1429">24.449999999999999</cx:pt>
          <cx:pt idx="1430">24.800000000000001</cx:pt>
          <cx:pt idx="1431">64.849999999999994</cx:pt>
          <cx:pt idx="1432">20.75</cx:pt>
          <cx:pt idx="1433">68.950000000000003</cx:pt>
          <cx:pt idx="1434">99.950000000000003</cx:pt>
          <cx:pt idx="1435">109.40000000000001</cx:pt>
          <cx:pt idx="1436">91.400000000000006</cx:pt>
          <cx:pt idx="1437">49</cx:pt>
          <cx:pt idx="1438">50.25</cx:pt>
          <cx:pt idx="1439">75.549999999999997</cx:pt>
          <cx:pt idx="1440">19.899999999999999</cx:pt>
          <cx:pt idx="1441">97.799999999999997</cx:pt>
          <cx:pt idx="1442">100.3</cx:pt>
          <cx:pt idx="1443">55.799999999999997</cx:pt>
          <cx:pt idx="1444">111.15000000000001</cx:pt>
          <cx:pt idx="1445">98.549999999999997</cx:pt>
          <cx:pt idx="1446">50.049999999999997</cx:pt>
          <cx:pt idx="1447">80.799999999999997</cx:pt>
          <cx:pt idx="1448">20.850000000000001</cx:pt>
          <cx:pt idx="1449">19.5</cx:pt>
          <cx:pt idx="1450">19.350000000000001</cx:pt>
          <cx:pt idx="1451">69.5</cx:pt>
          <cx:pt idx="1452">48.799999999999997</cx:pt>
          <cx:pt idx="1453">94.5</cx:pt>
          <cx:pt idx="1454">20.649999999999999</cx:pt>
          <cx:pt idx="1455">106.05</cx:pt>
          <cx:pt idx="1456">100</cx:pt>
          <cx:pt idx="1457">108.3</cx:pt>
          <cx:pt idx="1458">20.550000000000001</cx:pt>
          <cx:pt idx="1459">99.650000000000006</cx:pt>
          <cx:pt idx="1460">85.299999999999997</cx:pt>
          <cx:pt idx="1461">95.900000000000006</cx:pt>
          <cx:pt idx="1462">20</cx:pt>
          <cx:pt idx="1463">70.400000000000006</cx:pt>
          <cx:pt idx="1464">64.950000000000003</cx:pt>
          <cx:pt idx="1465">74.599999999999994</cx:pt>
          <cx:pt idx="1466">49.200000000000003</cx:pt>
          <cx:pt idx="1467">73.75</cx:pt>
          <cx:pt idx="1468">92.299999999999997</cx:pt>
          <cx:pt idx="1469">98.799999999999997</cx:pt>
          <cx:pt idx="1470">19.199999999999999</cx:pt>
          <cx:pt idx="1471">88.650000000000006</cx:pt>
          <cx:pt idx="1472">74.400000000000006</cx:pt>
          <cx:pt idx="1473">98.75</cx:pt>
          <cx:pt idx="1474">95.950000000000003</cx:pt>
          <cx:pt idx="1475">105.40000000000001</cx:pt>
          <cx:pt idx="1476">20.25</cx:pt>
          <cx:pt idx="1477">106</cx:pt>
          <cx:pt idx="1478">104.7</cx:pt>
          <cx:pt idx="1479">49.049999999999997</cx:pt>
          <cx:pt idx="1480">35.549999999999997</cx:pt>
          <cx:pt idx="1481">65.099999999999994</cx:pt>
          <cx:pt idx="1482">96.849999999999994</cx:pt>
          <cx:pt idx="1483">69.75</cx:pt>
          <cx:pt idx="1484">99.200000000000003</cx:pt>
          <cx:pt idx="1485">96.700000000000003</cx:pt>
          <cx:pt idx="1486">55.049999999999997</cx:pt>
          <cx:pt idx="1487">106.8</cx:pt>
          <cx:pt idx="1488">51.25</cx:pt>
          <cx:pt idx="1489">57.75</cx:pt>
          <cx:pt idx="1490">70.849999999999994</cx:pt>
          <cx:pt idx="1491">19.550000000000001</cx:pt>
          <cx:pt idx="1492">88.200000000000003</cx:pt>
          <cx:pt idx="1493">79.5</cx:pt>
          <cx:pt idx="1494">19.75</cx:pt>
          <cx:pt idx="1495">98.150000000000006</cx:pt>
          <cx:pt idx="1496">20.25</cx:pt>
          <cx:pt idx="1497">79.150000000000006</cx:pt>
          <cx:pt idx="1498">75.650000000000006</cx:pt>
          <cx:pt idx="1499">94.25</cx:pt>
          <cx:pt idx="1500">40.200000000000003</cx:pt>
          <cx:pt idx="1501">19.949999999999999</cx:pt>
          <cx:pt idx="1502">55.350000000000001</cx:pt>
          <cx:pt idx="1503">102.15000000000001</cx:pt>
          <cx:pt idx="1504">71.099999999999994</cx:pt>
          <cx:pt idx="1505">74.700000000000003</cx:pt>
          <cx:pt idx="1506">54.100000000000001</cx:pt>
          <cx:pt idx="1507">19.649999999999999</cx:pt>
          <cx:pt idx="1508">88.450000000000003</cx:pt>
          <cx:pt idx="1509">76.650000000000006</cx:pt>
          <cx:pt idx="1510">80.400000000000006</cx:pt>
          <cx:pt idx="1511">19.25</cx:pt>
          <cx:pt idx="1512">84.799999999999997</cx:pt>
          <cx:pt idx="1513">25.800000000000001</cx:pt>
          <cx:pt idx="1514">19.5</cx:pt>
          <cx:pt idx="1515">68.599999999999994</cx:pt>
          <cx:pt idx="1516">92.599999999999994</cx:pt>
          <cx:pt idx="1517">100.55</cx:pt>
          <cx:pt idx="1518">20.550000000000001</cx:pt>
          <cx:pt idx="1519">42.600000000000001</cx:pt>
          <cx:pt idx="1520">19.600000000000001</cx:pt>
          <cx:pt idx="1521">67.450000000000003</cx:pt>
          <cx:pt idx="1522">68.849999999999994</cx:pt>
          <cx:pt idx="1523">43.549999999999997</cx:pt>
          <cx:pt idx="1524">109.84999999999999</cx:pt>
          <cx:pt idx="1525">20.649999999999999</cx:pt>
          <cx:pt idx="1526">95.400000000000006</cx:pt>
          <cx:pt idx="1527">21</cx:pt>
          <cx:pt idx="1528">56.200000000000003</cx:pt>
          <cx:pt idx="1529">18.399999999999999</cx:pt>
          <cx:pt idx="1530">90</cx:pt>
          <cx:pt idx="1531">25.75</cx:pt>
          <cx:pt idx="1532">19.600000000000001</cx:pt>
          <cx:pt idx="1533">75.349999999999994</cx:pt>
          <cx:pt idx="1534">19.800000000000001</cx:pt>
          <cx:pt idx="1535">64.200000000000003</cx:pt>
          <cx:pt idx="1536">75.75</cx:pt>
          <cx:pt idx="1537">78.950000000000003</cx:pt>
          <cx:pt idx="1538">100.84999999999999</cx:pt>
          <cx:pt idx="1539">50.299999999999997</cx:pt>
          <cx:pt idx="1540">80.299999999999997</cx:pt>
          <cx:pt idx="1541">19.850000000000001</cx:pt>
          <cx:pt idx="1542">21.100000000000001</cx:pt>
          <cx:pt idx="1543">69.950000000000003</cx:pt>
          <cx:pt idx="1544">50</cx:pt>
          <cx:pt idx="1545">104.75</cx:pt>
          <cx:pt idx="1546">19.850000000000001</cx:pt>
          <cx:pt idx="1547">107.5</cx:pt>
          <cx:pt idx="1548">85.900000000000006</cx:pt>
          <cx:pt idx="1549">45.850000000000001</cx:pt>
          <cx:pt idx="1550">80.799999999999997</cx:pt>
          <cx:pt idx="1551">25.25</cx:pt>
          <cx:pt idx="1552">80.549999999999997</cx:pt>
          <cx:pt idx="1553">81.5</cx:pt>
          <cx:pt idx="1554">20.899999999999999</cx:pt>
          <cx:pt idx="1555">106.09999999999999</cx:pt>
          <cx:pt idx="1556">91.700000000000003</cx:pt>
          <cx:pt idx="1557">67.25</cx:pt>
          <cx:pt idx="1558">95.599999999999994</cx:pt>
          <cx:pt idx="1559">20.350000000000001</cx:pt>
          <cx:pt idx="1560">45.049999999999997</cx:pt>
          <cx:pt idx="1561">74.950000000000003</cx:pt>
          <cx:pt idx="1562">34.649999999999999</cx:pt>
          <cx:pt idx="1563">69.349999999999994</cx:pt>
          <cx:pt idx="1564">95.349999999999994</cx:pt>
          <cx:pt idx="1565">81.549999999999997</cx:pt>
          <cx:pt idx="1566">75.400000000000006</cx:pt>
          <cx:pt idx="1567">67.799999999999997</cx:pt>
          <cx:pt idx="1568">111.40000000000001</cx:pt>
          <cx:pt idx="1569">46.299999999999997</cx:pt>
          <cx:pt idx="1570">20.399999999999999</cx:pt>
          <cx:pt idx="1571">20.050000000000001</cx:pt>
          <cx:pt idx="1572">45</cx:pt>
          <cx:pt idx="1573">96.099999999999994</cx:pt>
          <cx:pt idx="1574">19.649999999999999</cx:pt>
          <cx:pt idx="1575">99.5</cx:pt>
          <cx:pt idx="1576">60.649999999999999</cx:pt>
          <cx:pt idx="1577">98.599999999999994</cx:pt>
          <cx:pt idx="1578">59.5</cx:pt>
          <cx:pt idx="1579">80.450000000000003</cx:pt>
          <cx:pt idx="1580">71.700000000000003</cx:pt>
          <cx:pt idx="1581">36</cx:pt>
          <cx:pt idx="1582">65.200000000000003</cx:pt>
          <cx:pt idx="1583">48.950000000000003</cx:pt>
          <cx:pt idx="1584">53.5</cx:pt>
          <cx:pt idx="1585">80.450000000000003</cx:pt>
          <cx:pt idx="1586">109.05</cx:pt>
          <cx:pt idx="1587">26.300000000000001</cx:pt>
          <cx:pt idx="1588">106.8</cx:pt>
          <cx:pt idx="1589">64.950000000000003</cx:pt>
          <cx:pt idx="1590">19.350000000000001</cx:pt>
          <cx:pt idx="1591">21.100000000000001</cx:pt>
          <cx:pt idx="1592">77.950000000000003</cx:pt>
          <cx:pt idx="1593">18.850000000000001</cx:pt>
          <cx:pt idx="1594">26</cx:pt>
          <cx:pt idx="1595">74.700000000000003</cx:pt>
          <cx:pt idx="1596">70.349999999999994</cx:pt>
          <cx:pt idx="1597">96.900000000000006</cx:pt>
          <cx:pt idx="1598">19.550000000000001</cx:pt>
          <cx:pt idx="1599">80.400000000000006</cx:pt>
          <cx:pt idx="1600">88.799999999999997</cx:pt>
          <cx:pt idx="1601">94.650000000000006</cx:pt>
          <cx:pt idx="1602">90.25</cx:pt>
          <cx:pt idx="1603">64.650000000000006</cx:pt>
          <cx:pt idx="1604">95.75</cx:pt>
          <cx:pt idx="1605">19.550000000000001</cx:pt>
          <cx:pt idx="1606">104.09999999999999</cx:pt>
          <cx:pt idx="1607">89.049999999999997</cx:pt>
          <cx:pt idx="1608">20.100000000000001</cx:pt>
          <cx:pt idx="1609">111.55</cx:pt>
          <cx:pt idx="1610">60.5</cx:pt>
          <cx:pt idx="1611">90.950000000000003</cx:pt>
          <cx:pt idx="1612">87.400000000000006</cx:pt>
          <cx:pt idx="1613">19.699999999999999</cx:pt>
          <cx:pt idx="1614">50.950000000000003</cx:pt>
          <cx:pt idx="1615">20.050000000000001</cx:pt>
          <cx:pt idx="1616">19.399999999999999</cx:pt>
          <cx:pt idx="1617">59.450000000000003</cx:pt>
          <cx:pt idx="1618">94.75</cx:pt>
          <cx:pt idx="1619">81.5</cx:pt>
          <cx:pt idx="1620">29.050000000000001</cx:pt>
          <cx:pt idx="1621">86.450000000000003</cx:pt>
          <cx:pt idx="1622">70.599999999999994</cx:pt>
          <cx:pt idx="1623">97.200000000000003</cx:pt>
          <cx:pt idx="1624">98.25</cx:pt>
          <cx:pt idx="1625">75.75</cx:pt>
          <cx:pt idx="1626">59.200000000000003</cx:pt>
          <cx:pt idx="1627">75.900000000000006</cx:pt>
          <cx:pt idx="1628">90.049999999999997</cx:pt>
          <cx:pt idx="1629">70.950000000000003</cx:pt>
          <cx:pt idx="1630">102.59999999999999</cx:pt>
          <cx:pt idx="1631">85.349999999999994</cx:pt>
          <cx:pt idx="1632">106.09999999999999</cx:pt>
          <cx:pt idx="1633">43.799999999999997</cx:pt>
          <cx:pt idx="1634">59</cx:pt>
          <cx:pt idx="1635">69.950000000000003</cx:pt>
          <cx:pt idx="1636">24.350000000000001</cx:pt>
          <cx:pt idx="1637">29.449999999999999</cx:pt>
          <cx:pt idx="1638">84.400000000000006</cx:pt>
          <cx:pt idx="1639">45.049999999999997</cx:pt>
          <cx:pt idx="1640">20.649999999999999</cx:pt>
          <cx:pt idx="1641">87.099999999999994</cx:pt>
          <cx:pt idx="1642">19.850000000000001</cx:pt>
          <cx:pt idx="1643">90.349999999999994</cx:pt>
          <cx:pt idx="1644">109.8</cx:pt>
          <cx:pt idx="1645">84.650000000000006</cx:pt>
          <cx:pt idx="1646">65.5</cx:pt>
          <cx:pt idx="1647">79.5</cx:pt>
          <cx:pt idx="1648">80.950000000000003</cx:pt>
          <cx:pt idx="1649">56.149999999999999</cx:pt>
          <cx:pt idx="1650">85.799999999999997</cx:pt>
          <cx:pt idx="1651">79.099999999999994</cx:pt>
          <cx:pt idx="1652">34.399999999999999</cx:pt>
          <cx:pt idx="1653">20.75</cx:pt>
          <cx:pt idx="1654">18.800000000000001</cx:pt>
          <cx:pt idx="1655">44.299999999999997</cx:pt>
          <cx:pt idx="1656">90.799999999999997</cx:pt>
          <cx:pt idx="1657">25.600000000000001</cx:pt>
          <cx:pt idx="1658">105.95</cx:pt>
          <cx:pt idx="1659">70.799999999999997</cx:pt>
          <cx:pt idx="1660">25.399999999999999</cx:pt>
          <cx:pt idx="1661">108.8</cx:pt>
          <cx:pt idx="1662">69.75</cx:pt>
          <cx:pt idx="1663">94.650000000000006</cx:pt>
          <cx:pt idx="1664">96.049999999999997</cx:pt>
          <cx:pt idx="1665">76.849999999999994</cx:pt>
          <cx:pt idx="1666">20.25</cx:pt>
          <cx:pt idx="1667">24.800000000000001</cx:pt>
          <cx:pt idx="1668">115.65000000000001</cx:pt>
          <cx:pt idx="1669">74.599999999999994</cx:pt>
          <cx:pt idx="1670">50.149999999999999</cx:pt>
          <cx:pt idx="1671">103.15000000000001</cx:pt>
          <cx:pt idx="1672">72.099999999999994</cx:pt>
          <cx:pt idx="1673">113.59999999999999</cx:pt>
          <cx:pt idx="1674">25.100000000000001</cx:pt>
          <cx:pt idx="1675">78.900000000000006</cx:pt>
          <cx:pt idx="1676">80.150000000000006</cx:pt>
          <cx:pt idx="1677">25.399999999999999</cx:pt>
          <cx:pt idx="1678">105.40000000000001</cx:pt>
          <cx:pt idx="1679">45.75</cx:pt>
          <cx:pt idx="1680">24.449999999999999</cx:pt>
          <cx:pt idx="1681">25</cx:pt>
          <cx:pt idx="1682">85.25</cx:pt>
          <cx:pt idx="1683">19.600000000000001</cx:pt>
          <cx:pt idx="1684">50.149999999999999</cx:pt>
          <cx:pt idx="1685">70.549999999999997</cx:pt>
          <cx:pt idx="1686">60.049999999999997</cx:pt>
          <cx:pt idx="1687">26.399999999999999</cx:pt>
          <cx:pt idx="1688">20.149999999999999</cx:pt>
          <cx:pt idx="1689">58.850000000000001</cx:pt>
          <cx:pt idx="1690">97.549999999999997</cx:pt>
          <cx:pt idx="1691">19.649999999999999</cx:pt>
          <cx:pt idx="1692">25.25</cx:pt>
          <cx:pt idx="1693">114.45</cx:pt>
          <cx:pt idx="1694">34.700000000000003</cx:pt>
          <cx:pt idx="1695">70.700000000000003</cx:pt>
          <cx:pt idx="1696">85.299999999999997</cx:pt>
          <cx:pt idx="1697">75.549999999999997</cx:pt>
          <cx:pt idx="1698">84.799999999999997</cx:pt>
          <cx:pt idx="1699">20.649999999999999</cx:pt>
          <cx:pt idx="1700">20.449999999999999</cx:pt>
          <cx:pt idx="1701">102.45</cx:pt>
          <cx:pt idx="1702">104.40000000000001</cx:pt>
          <cx:pt idx="1703">35.649999999999999</cx:pt>
          <cx:pt idx="1704">99.75</cx:pt>
          <cx:pt idx="1705">90.450000000000003</cx:pt>
          <cx:pt idx="1706">97.650000000000006</cx:pt>
          <cx:pt idx="1707">73.849999999999994</cx:pt>
          <cx:pt idx="1708">74.400000000000006</cx:pt>
          <cx:pt idx="1709">69.099999999999994</cx:pt>
          <cx:pt idx="1710">82.75</cx:pt>
          <cx:pt idx="1711">24.399999999999999</cx:pt>
          <cx:pt idx="1712">55.25</cx:pt>
          <cx:pt idx="1713">61.350000000000001</cx:pt>
          <cx:pt idx="1714">76.75</cx:pt>
          <cx:pt idx="1715">19.399999999999999</cx:pt>
          <cx:pt idx="1716">54.75</cx:pt>
          <cx:pt idx="1717">19.699999999999999</cx:pt>
          <cx:pt idx="1718">19.899999999999999</cx:pt>
          <cx:pt idx="1719">107.95</cx:pt>
          <cx:pt idx="1720">83.799999999999997</cx:pt>
          <cx:pt idx="1721">74.25</cx:pt>
          <cx:pt idx="1722">56.399999999999999</cx:pt>
          <cx:pt idx="1723">20.100000000000001</cx:pt>
          <cx:pt idx="1724">94.900000000000006</cx:pt>
          <cx:pt idx="1725">94.200000000000003</cx:pt>
          <cx:pt idx="1726">49.899999999999999</cx:pt>
          <cx:pt idx="1727">71.049999999999997</cx:pt>
          <cx:pt idx="1728">81.650000000000006</cx:pt>
          <cx:pt idx="1729">89.450000000000003</cx:pt>
          <cx:pt idx="1730">59.850000000000001</cx:pt>
          <cx:pt idx="1731">69.599999999999994</cx:pt>
          <cx:pt idx="1732">99</cx:pt>
          <cx:pt idx="1733">19.050000000000001</cx:pt>
          <cx:pt idx="1734">45.399999999999999</cx:pt>
          <cx:pt idx="1735">114.45</cx:pt>
          <cx:pt idx="1736">19.5</cx:pt>
          <cx:pt idx="1737">44.25</cx:pt>
          <cx:pt idx="1738">90.549999999999997</cx:pt>
          <cx:pt idx="1739">69.900000000000006</cx:pt>
          <cx:pt idx="1740">20.399999999999999</cx:pt>
          <cx:pt idx="1741">71.400000000000006</cx:pt>
          <cx:pt idx="1742">87.150000000000006</cx:pt>
          <cx:pt idx="1743">24.850000000000001</cx:pt>
          <cx:pt idx="1744">104.45</cx:pt>
          <cx:pt idx="1745">19.800000000000001</cx:pt>
          <cx:pt idx="1746">116.45</cx:pt>
          <cx:pt idx="1747">84.75</cx:pt>
          <cx:pt idx="1748">20.050000000000001</cx:pt>
          <cx:pt idx="1749">110.75</cx:pt>
          <cx:pt idx="1750">89.700000000000003</cx:pt>
          <cx:pt idx="1751">89.950000000000003</cx:pt>
          <cx:pt idx="1752">48.700000000000003</cx:pt>
          <cx:pt idx="1753">96.599999999999994</cx:pt>
          <cx:pt idx="1754">74.299999999999997</cx:pt>
          <cx:pt idx="1755">54.299999999999997</cx:pt>
          <cx:pt idx="1756">74.849999999999994</cx:pt>
          <cx:pt idx="1757">79.950000000000003</cx:pt>
          <cx:pt idx="1758">20.050000000000001</cx:pt>
          <cx:pt idx="1759">19.399999999999999</cx:pt>
          <cx:pt idx="1760">54.899999999999999</cx:pt>
          <cx:pt idx="1761">24.449999999999999</cx:pt>
          <cx:pt idx="1762">89.650000000000006</cx:pt>
          <cx:pt idx="1763">45.399999999999999</cx:pt>
          <cx:pt idx="1764">75.700000000000003</cx:pt>
          <cx:pt idx="1765">110.65000000000001</cx:pt>
          <cx:pt idx="1766">20.550000000000001</cx:pt>
          <cx:pt idx="1767">115.15000000000001</cx:pt>
          <cx:pt idx="1768">58.549999999999997</cx:pt>
          <cx:pt idx="1769">93.25</cx:pt>
          <cx:pt idx="1770">113.2</cx:pt>
          <cx:pt idx="1771">90.5</cx:pt>
          <cx:pt idx="1772">79</cx:pt>
          <cx:pt idx="1773">19.350000000000001</cx:pt>
          <cx:pt idx="1774">48.75</cx:pt>
          <cx:pt idx="1775">109.05</cx:pt>
          <cx:pt idx="1776">25</cx:pt>
          <cx:pt idx="1777">54.899999999999999</cx:pt>
          <cx:pt idx="1778">24.75</cx:pt>
          <cx:pt idx="1779">91.150000000000006</cx:pt>
          <cx:pt idx="1780">20.149999999999999</cx:pt>
          <cx:pt idx="1781">104.34999999999999</cx:pt>
          <cx:pt idx="1782">66.049999999999997</cx:pt>
          <cx:pt idx="1783">71.650000000000006</cx:pt>
          <cx:pt idx="1784">20.350000000000001</cx:pt>
          <cx:pt idx="1785">92.200000000000003</cx:pt>
          <cx:pt idx="1786">84.25</cx:pt>
          <cx:pt idx="1787">105.2</cx:pt>
          <cx:pt idx="1788">19.600000000000001</cx:pt>
          <cx:pt idx="1789">30.399999999999999</cx:pt>
          <cx:pt idx="1790">78.099999999999994</cx:pt>
          <cx:pt idx="1791">61.5</cx:pt>
          <cx:pt idx="1792">69.400000000000006</cx:pt>
          <cx:pt idx="1793">24.75</cx:pt>
          <cx:pt idx="1794">91.049999999999997</cx:pt>
          <cx:pt idx="1795">89.650000000000006</cx:pt>
          <cx:pt idx="1796">73.650000000000006</cx:pt>
          <cx:pt idx="1797">19.399999999999999</cx:pt>
          <cx:pt idx="1798">26.199999999999999</cx:pt>
          <cx:pt idx="1799">98.700000000000003</cx:pt>
          <cx:pt idx="1800">43.850000000000001</cx:pt>
          <cx:pt idx="1801">69.700000000000003</cx:pt>
          <cx:pt idx="1802">38.549999999999997</cx:pt>
          <cx:pt idx="1803">53.100000000000001</cx:pt>
          <cx:pt idx="1804">20.649999999999999</cx:pt>
          <cx:pt idx="1805">64.450000000000003</cx:pt>
          <cx:pt idx="1806">25.100000000000001</cx:pt>
          <cx:pt idx="1807">76.349999999999994</cx:pt>
          <cx:pt idx="1808">79.150000000000006</cx:pt>
          <cx:pt idx="1809">85</cx:pt>
          <cx:pt idx="1810">95.150000000000006</cx:pt>
          <cx:pt idx="1811">79.349999999999994</cx:pt>
          <cx:pt idx="1812">96.650000000000006</cx:pt>
          <cx:pt idx="1813">75.5</cx:pt>
          <cx:pt idx="1814">19.699999999999999</cx:pt>
          <cx:pt idx="1815">20.5</cx:pt>
          <cx:pt idx="1816">19.199999999999999</cx:pt>
          <cx:pt idx="1817">98.349999999999994</cx:pt>
          <cx:pt idx="1818">74.349999999999994</cx:pt>
          <cx:pt idx="1819">51.350000000000001</cx:pt>
          <cx:pt idx="1820">45.649999999999999</cx:pt>
          <cx:pt idx="1821">85.299999999999997</cx:pt>
          <cx:pt idx="1822">86.549999999999997</cx:pt>
          <cx:pt idx="1823">73.849999999999994</cx:pt>
          <cx:pt idx="1824">20.300000000000001</cx:pt>
          <cx:pt idx="1825">54.200000000000003</cx:pt>
          <cx:pt idx="1826">90.650000000000006</cx:pt>
          <cx:pt idx="1827">50.899999999999999</cx:pt>
          <cx:pt idx="1828">25.050000000000001</cx:pt>
          <cx:pt idx="1829">74.849999999999994</cx:pt>
          <cx:pt idx="1830">20.5</cx:pt>
          <cx:pt idx="1831">63.549999999999997</cx:pt>
          <cx:pt idx="1832">44.850000000000001</cx:pt>
          <cx:pt idx="1833">47.950000000000003</cx:pt>
          <cx:pt idx="1834">45.100000000000001</cx:pt>
          <cx:pt idx="1835">45</cx:pt>
          <cx:pt idx="1836">96</cx:pt>
          <cx:pt idx="1837">20.050000000000001</cx:pt>
          <cx:pt idx="1838">90.049999999999997</cx:pt>
          <cx:pt idx="1839">25.300000000000001</cx:pt>
          <cx:pt idx="1840">108.65000000000001</cx:pt>
          <cx:pt idx="1841">24.300000000000001</cx:pt>
          <cx:pt idx="1842">75.950000000000003</cx:pt>
          <cx:pt idx="1843">19.699999999999999</cx:pt>
          <cx:pt idx="1844">66.400000000000006</cx:pt>
          <cx:pt idx="1845">35.75</cx:pt>
          <cx:pt idx="1846">18.800000000000001</cx:pt>
          <cx:pt idx="1847">19.399999999999999</cx:pt>
          <cx:pt idx="1848">19.300000000000001</cx:pt>
          <cx:pt idx="1849">45.549999999999997</cx:pt>
          <cx:pt idx="1850">67.450000000000003</cx:pt>
          <cx:pt idx="1851">35.100000000000001</cx:pt>
          <cx:pt idx="1852">46.200000000000003</cx:pt>
          <cx:pt idx="1853">45.149999999999999</cx:pt>
          <cx:pt idx="1854">43.299999999999997</cx:pt>
          <cx:pt idx="1855">20.100000000000001</cx:pt>
          <cx:pt idx="1856">57.149999999999999</cx:pt>
          <cx:pt idx="1857">58.899999999999999</cx:pt>
          <cx:pt idx="1858">73.200000000000003</cx:pt>
          <cx:pt idx="1859">85.349999999999994</cx:pt>
          <cx:pt idx="1860">19.449999999999999</cx:pt>
          <cx:pt idx="1861">45.950000000000003</cx:pt>
          <cx:pt idx="1862">50.5</cx:pt>
          <cx:pt idx="1863">25.100000000000001</cx:pt>
          <cx:pt idx="1864">60.700000000000003</cx:pt>
          <cx:pt idx="1865">99</cx:pt>
          <cx:pt idx="1866">104.40000000000001</cx:pt>
          <cx:pt idx="1867">83.75</cx:pt>
          <cx:pt idx="1868">44.049999999999997</cx:pt>
          <cx:pt idx="1869">24.100000000000001</cx:pt>
          <cx:pt idx="1870">45.549999999999997</cx:pt>
          <cx:pt idx="1871">93.799999999999997</cx:pt>
          <cx:pt idx="1872">19.699999999999999</cx:pt>
          <cx:pt idx="1873">70.650000000000006</cx:pt>
          <cx:pt idx="1874">86.450000000000003</cx:pt>
          <cx:pt idx="1875">114.09999999999999</cx:pt>
          <cx:pt idx="1876">95.200000000000003</cx:pt>
          <cx:pt idx="1877">88.549999999999997</cx:pt>
          <cx:pt idx="1878">20.75</cx:pt>
          <cx:pt idx="1879">70.049999999999997</cx:pt>
          <cx:pt idx="1880">86</cx:pt>
          <cx:pt idx="1881">44.649999999999999</cx:pt>
          <cx:pt idx="1882">60.200000000000003</cx:pt>
          <cx:pt idx="1883">100.5</cx:pt>
          <cx:pt idx="1884">55.450000000000003</cx:pt>
          <cx:pt idx="1885">70.299999999999997</cx:pt>
          <cx:pt idx="1886">60.399999999999999</cx:pt>
          <cx:pt idx="1887">72.650000000000006</cx:pt>
          <cx:pt idx="1888">55.799999999999997</cx:pt>
          <cx:pt idx="1889">31.100000000000001</cx:pt>
          <cx:pt idx="1890">21</cx:pt>
          <cx:pt idx="1891">45.100000000000001</cx:pt>
          <cx:pt idx="1892">50.950000000000003</cx:pt>
          <cx:pt idx="1893">69.099999999999994</cx:pt>
          <cx:pt idx="1894">43.950000000000003</cx:pt>
          <cx:pt idx="1895">86.5</cx:pt>
          <cx:pt idx="1896">69.950000000000003</cx:pt>
          <cx:pt idx="1897">50.399999999999999</cx:pt>
          <cx:pt idx="1898">78.950000000000003</cx:pt>
          <cx:pt idx="1899">90.950000000000003</cx:pt>
          <cx:pt idx="1900">19.899999999999999</cx:pt>
          <cx:pt idx="1901">20.149999999999999</cx:pt>
          <cx:pt idx="1902">90.599999999999994</cx:pt>
          <cx:pt idx="1903">92</cx:pt>
          <cx:pt idx="1904">94.450000000000003</cx:pt>
          <cx:pt idx="1905">24.850000000000001</cx:pt>
          <cx:pt idx="1906">36</cx:pt>
          <cx:pt idx="1907">78.5</cx:pt>
          <cx:pt idx="1908">19.949999999999999</cx:pt>
          <cx:pt idx="1909">20.649999999999999</cx:pt>
          <cx:pt idx="1910">30.5</cx:pt>
          <cx:pt idx="1911">106.09999999999999</cx:pt>
          <cx:pt idx="1912">20.5</cx:pt>
          <cx:pt idx="1913">95.5</cx:pt>
          <cx:pt idx="1914">64.599999999999994</cx:pt>
          <cx:pt idx="1915">51.100000000000001</cx:pt>
          <cx:pt idx="1916">84.799999999999997</cx:pt>
          <cx:pt idx="1917">89.099999999999994</cx:pt>
          <cx:pt idx="1918">54.950000000000003</cx:pt>
          <cx:pt idx="1919">50.899999999999999</cx:pt>
          <cx:pt idx="1920">20.449999999999999</cx:pt>
          <cx:pt idx="1921">85.950000000000003</cx:pt>
          <cx:pt idx="1922">60.350000000000001</cx:pt>
          <cx:pt idx="1923">19.800000000000001</cx:pt>
          <cx:pt idx="1924">85.349999999999994</cx:pt>
          <cx:pt idx="1925">72.099999999999994</cx:pt>
          <cx:pt idx="1926">99.799999999999997</cx:pt>
          <cx:pt idx="1927">107.34999999999999</cx:pt>
          <cx:pt idx="1928">19.550000000000001</cx:pt>
          <cx:pt idx="1929">81.049999999999997</cx:pt>
          <cx:pt idx="1930">20.5</cx:pt>
          <cx:pt idx="1931">111.8</cx:pt>
          <cx:pt idx="1932">20.199999999999999</cx:pt>
          <cx:pt idx="1933">19.699999999999999</cx:pt>
          <cx:pt idx="1934">79.099999999999994</cx:pt>
          <cx:pt idx="1935">19.850000000000001</cx:pt>
          <cx:pt idx="1936">60.5</cx:pt>
          <cx:pt idx="1937">19.550000000000001</cx:pt>
          <cx:pt idx="1938">20.899999999999999</cx:pt>
          <cx:pt idx="1939">21.050000000000001</cx:pt>
          <cx:pt idx="1940">71.5</cx:pt>
          <cx:pt idx="1941">54.649999999999999</cx:pt>
          <cx:pt idx="1942">19.199999999999999</cx:pt>
          <cx:pt idx="1943">49.799999999999997</cx:pt>
          <cx:pt idx="1944">25.5</cx:pt>
          <cx:pt idx="1945">20.5</cx:pt>
          <cx:pt idx="1946">90.400000000000006</cx:pt>
          <cx:pt idx="1947">90.25</cx:pt>
          <cx:pt idx="1948">80.75</cx:pt>
          <cx:pt idx="1949">104.59999999999999</cx:pt>
          <cx:pt idx="1950">91.849999999999994</cx:pt>
          <cx:pt idx="1951">50.200000000000003</cx:pt>
          <cx:pt idx="1952">95.5</cx:pt>
          <cx:pt idx="1953">75.349999999999994</cx:pt>
          <cx:pt idx="1954">75.450000000000003</cx:pt>
          <cx:pt idx="1955">95.400000000000006</cx:pt>
          <cx:pt idx="1956">101.3</cx:pt>
          <cx:pt idx="1957">53.100000000000001</cx:pt>
          <cx:pt idx="1958">84.849999999999994</cx:pt>
          <cx:pt idx="1959">34.25</cx:pt>
          <cx:pt idx="1960">88.599999999999994</cx:pt>
          <cx:pt idx="1961">60.149999999999999</cx:pt>
          <cx:pt idx="1962">99.950000000000003</cx:pt>
          <cx:pt idx="1963">70.700000000000003</cx:pt>
          <cx:pt idx="1964">54.799999999999997</cx:pt>
          <cx:pt idx="1965">49.549999999999997</cx:pt>
          <cx:pt idx="1966">54.799999999999997</cx:pt>
          <cx:pt idx="1967">78.599999999999994</cx:pt>
          <cx:pt idx="1968">100.3</cx:pt>
          <cx:pt idx="1969">53.600000000000001</cx:pt>
          <cx:pt idx="1970">81.099999999999994</cx:pt>
          <cx:pt idx="1971">19.350000000000001</cx:pt>
          <cx:pt idx="1972">85.599999999999994</cx:pt>
          <cx:pt idx="1973">80.799999999999997</cx:pt>
          <cx:pt idx="1974">74.950000000000003</cx:pt>
          <cx:pt idx="1975">19.600000000000001</cx:pt>
          <cx:pt idx="1976">93.549999999999997</cx:pt>
          <cx:pt idx="1977">90.700000000000003</cx:pt>
          <cx:pt idx="1978">69.75</cx:pt>
          <cx:pt idx="1979">20</cx:pt>
          <cx:pt idx="1980">95.25</cx:pt>
          <cx:pt idx="1981">102.09999999999999</cx:pt>
          <cx:pt idx="1982">19.949999999999999</cx:pt>
          <cx:pt idx="1983">80.849999999999994</cx:pt>
          <cx:pt idx="1984">90.900000000000006</cx:pt>
          <cx:pt idx="1985">29.199999999999999</cx:pt>
          <cx:pt idx="1986">93.299999999999997</cx:pt>
          <cx:pt idx="1987">89.150000000000006</cx:pt>
          <cx:pt idx="1988">108.84999999999999</cx:pt>
          <cx:pt idx="1989">46.350000000000001</cx:pt>
          <cx:pt idx="1990">84.75</cx:pt>
          <cx:pt idx="1991">78.75</cx:pt>
          <cx:pt idx="1992">83.549999999999997</cx:pt>
          <cx:pt idx="1993">45.700000000000003</cx:pt>
          <cx:pt idx="1994">19.600000000000001</cx:pt>
          <cx:pt idx="1995">69.950000000000003</cx:pt>
          <cx:pt idx="1996">67.849999999999994</cx:pt>
          <cx:pt idx="1997">105.65000000000001</cx:pt>
          <cx:pt idx="1998">44.600000000000001</cx:pt>
          <cx:pt idx="1999">74.950000000000003</cx:pt>
          <cx:pt idx="2000">75.5</cx:pt>
          <cx:pt idx="2001">20.149999999999999</cx:pt>
          <cx:pt idx="2002">45.200000000000003</cx:pt>
          <cx:pt idx="2003">95.25</cx:pt>
          <cx:pt idx="2004">89.849999999999994</cx:pt>
          <cx:pt idx="2005">100.45</cx:pt>
          <cx:pt idx="2006">47.149999999999999</cx:pt>
          <cx:pt idx="2007">80.200000000000003</cx:pt>
          <cx:pt idx="2008">87.099999999999994</cx:pt>
          <cx:pt idx="2009">79.25</cx:pt>
          <cx:pt idx="2010">75.900000000000006</cx:pt>
          <cx:pt idx="2011">85.700000000000003</cx:pt>
          <cx:pt idx="2012">98.75</cx:pt>
          <cx:pt idx="2013">20.100000000000001</cx:pt>
          <cx:pt idx="2014">61.799999999999997</cx:pt>
          <cx:pt idx="2015">49.899999999999999</cx:pt>
          <cx:pt idx="2016">86.450000000000003</cx:pt>
          <cx:pt idx="2017">20.399999999999999</cx:pt>
          <cx:pt idx="2018">45.299999999999997</cx:pt>
          <cx:pt idx="2019">104.09999999999999</cx:pt>
          <cx:pt idx="2020">75.400000000000006</cx:pt>
          <cx:pt idx="2021">108.15000000000001</cx:pt>
          <cx:pt idx="2022">86.25</cx:pt>
          <cx:pt idx="2023">81</cx:pt>
          <cx:pt idx="2024">95.700000000000003</cx:pt>
          <cx:pt idx="2025">116.84999999999999</cx:pt>
          <cx:pt idx="2026">105.75</cx:pt>
          <cx:pt idx="2027">20.149999999999999</cx:pt>
          <cx:pt idx="2028">19.600000000000001</cx:pt>
          <cx:pt idx="2029">90.599999999999994</cx:pt>
          <cx:pt idx="2030">60.950000000000003</cx:pt>
          <cx:pt idx="2031">25.050000000000001</cx:pt>
          <cx:pt idx="2032">88.150000000000006</cx:pt>
          <cx:pt idx="2033">20.199999999999999</cx:pt>
          <cx:pt idx="2034">60.299999999999997</cx:pt>
          <cx:pt idx="2035">63.950000000000003</cx:pt>
          <cx:pt idx="2036">74.299999999999997</cx:pt>
          <cx:pt idx="2037">70.599999999999994</cx:pt>
          <cx:pt idx="2038">90.799999999999997</cx:pt>
          <cx:pt idx="2039">79.349999999999994</cx:pt>
          <cx:pt idx="2040">90.549999999999997</cx:pt>
          <cx:pt idx="2041">19.449999999999999</cx:pt>
          <cx:pt idx="2042">64.450000000000003</cx:pt>
          <cx:pt idx="2043">69.650000000000006</cx:pt>
          <cx:pt idx="2044">19.5</cx:pt>
          <cx:pt idx="2045">110.5</cx:pt>
          <cx:pt idx="2046">24.699999999999999</cx:pt>
          <cx:pt idx="2047">77.400000000000006</cx:pt>
          <cx:pt idx="2048">96.799999999999997</cx:pt>
          <cx:pt idx="2049">85.400000000000006</cx:pt>
          <cx:pt idx="2050">47.600000000000001</cx:pt>
          <cx:pt idx="2051">19.399999999999999</cx:pt>
          <cx:pt idx="2052">103.84999999999999</cx:pt>
          <cx:pt idx="2053">83.349999999999994</cx:pt>
          <cx:pt idx="2054">49.399999999999999</cx:pt>
          <cx:pt idx="2055">108.45</cx:pt>
          <cx:pt idx="2056">81</cx:pt>
          <cx:pt idx="2057">79.200000000000003</cx:pt>
          <cx:pt idx="2058">86.650000000000006</cx:pt>
          <cx:pt idx="2059">92.950000000000003</cx:pt>
          <cx:pt idx="2060">90.349999999999994</cx:pt>
          <cx:pt idx="2061">48.700000000000003</cx:pt>
          <cx:pt idx="2062">25.149999999999999</cx:pt>
          <cx:pt idx="2063">76.400000000000006</cx:pt>
          <cx:pt idx="2064">19.550000000000001</cx:pt>
          <cx:pt idx="2065">85.349999999999994</cx:pt>
          <cx:pt idx="2066">24.800000000000001</cx:pt>
          <cx:pt idx="2067">103.15000000000001</cx:pt>
          <cx:pt idx="2068">100.75</cx:pt>
          <cx:pt idx="2069">95.599999999999994</cx:pt>
          <cx:pt idx="2070">59.75</cx:pt>
          <cx:pt idx="2071">94.099999999999994</cx:pt>
          <cx:pt idx="2072">19.350000000000001</cx:pt>
          <cx:pt idx="2073">19.899999999999999</cx:pt>
          <cx:pt idx="2074">108.15000000000001</cx:pt>
          <cx:pt idx="2075">101.05</cx:pt>
          <cx:pt idx="2076">59.100000000000001</cx:pt>
          <cx:pt idx="2077">71.349999999999994</cx:pt>
          <cx:pt idx="2078">55.850000000000001</cx:pt>
          <cx:pt idx="2079">106.05</cx:pt>
          <cx:pt idx="2080">84.099999999999994</cx:pt>
          <cx:pt idx="2081">75.299999999999997</cx:pt>
          <cx:pt idx="2082">24.699999999999999</cx:pt>
          <cx:pt idx="2083">20.149999999999999</cx:pt>
          <cx:pt idx="2084">69.75</cx:pt>
          <cx:pt idx="2085">93.200000000000003</cx:pt>
          <cx:pt idx="2086">80.849999999999994</cx:pt>
          <cx:pt idx="2087">33.649999999999999</cx:pt>
          <cx:pt idx="2088">55.799999999999997</cx:pt>
          <cx:pt idx="2089">39.700000000000003</cx:pt>
          <cx:pt idx="2090">29.5</cx:pt>
          <cx:pt idx="2091">20.149999999999999</cx:pt>
          <cx:pt idx="2092">79.549999999999997</cx:pt>
          <cx:pt idx="2093">24.800000000000001</cx:pt>
          <cx:pt idx="2094">19.649999999999999</cx:pt>
          <cx:pt idx="2095">79.950000000000003</cx:pt>
          <cx:pt idx="2096">19.300000000000001</cx:pt>
          <cx:pt idx="2097">94.049999999999997</cx:pt>
          <cx:pt idx="2098">90.75</cx:pt>
          <cx:pt idx="2099">78.849999999999994</cx:pt>
          <cx:pt idx="2100">99.5</cx:pt>
          <cx:pt idx="2101">99.200000000000003</cx:pt>
          <cx:pt idx="2102">80.549999999999997</cx:pt>
          <cx:pt idx="2103">70.200000000000003</cx:pt>
          <cx:pt idx="2104">85.200000000000003</cx:pt>
          <cx:pt idx="2105">75.25</cx:pt>
          <cx:pt idx="2106">59.450000000000003</cx:pt>
          <cx:pt idx="2107">93.349999999999994</cx:pt>
          <cx:pt idx="2108">44.950000000000003</cx:pt>
          <cx:pt idx="2109">26.100000000000001</cx:pt>
          <cx:pt idx="2110">20.199999999999999</cx:pt>
          <cx:pt idx="2111">21.25</cx:pt>
          <cx:pt idx="2112">59.399999999999999</cx:pt>
          <cx:pt idx="2113">95</cx:pt>
          <cx:pt idx="2114">61.899999999999999</cx:pt>
          <cx:pt idx="2115">118.65000000000001</cx:pt>
          <cx:pt idx="2116">54.350000000000001</cx:pt>
          <cx:pt idx="2117">64.450000000000003</cx:pt>
          <cx:pt idx="2118">80.150000000000006</cx:pt>
          <cx:pt idx="2119">20.199999999999999</cx:pt>
          <cx:pt idx="2120">21</cx:pt>
          <cx:pt idx="2121">20.449999999999999</cx:pt>
          <cx:pt idx="2122">75.849999999999994</cx:pt>
          <cx:pt idx="2123">80.450000000000003</cx:pt>
          <cx:pt idx="2124">24.949999999999999</cx:pt>
          <cx:pt idx="2125">75.5</cx:pt>
          <cx:pt idx="2126">44.450000000000003</cx:pt>
          <cx:pt idx="2127">42.350000000000001</cx:pt>
          <cx:pt idx="2128">74.549999999999997</cx:pt>
          <cx:pt idx="2129">75.299999999999997</cx:pt>
          <cx:pt idx="2130">94.799999999999997</cx:pt>
          <cx:pt idx="2131">48.149999999999999</cx:pt>
          <cx:pt idx="2132">19.649999999999999</cx:pt>
          <cx:pt idx="2133">70.549999999999997</cx:pt>
          <cx:pt idx="2134">20.149999999999999</cx:pt>
          <cx:pt idx="2135">106.59999999999999</cx:pt>
          <cx:pt idx="2136">91</cx:pt>
          <cx:pt idx="2137">25.399999999999999</cx:pt>
          <cx:pt idx="2138">69.950000000000003</cx:pt>
          <cx:pt idx="2139">66.849999999999994</cx:pt>
          <cx:pt idx="2140">86.150000000000006</cx:pt>
          <cx:pt idx="2141">20.149999999999999</cx:pt>
          <cx:pt idx="2142">64.849999999999994</cx:pt>
          <cx:pt idx="2143">74.849999999999994</cx:pt>
          <cx:pt idx="2144">50.5</cx:pt>
          <cx:pt idx="2145">72.900000000000006</cx:pt>
          <cx:pt idx="2146">115.05</cx:pt>
          <cx:pt idx="2147">19</cx:pt>
          <cx:pt idx="2148">19.550000000000001</cx:pt>
          <cx:pt idx="2149">101.09999999999999</cx:pt>
          <cx:pt idx="2150">84.099999999999994</cx:pt>
          <cx:pt idx="2151">24.149999999999999</cx:pt>
          <cx:pt idx="2152">50.100000000000001</cx:pt>
          <cx:pt idx="2153">74.599999999999994</cx:pt>
          <cx:pt idx="2154">19.75</cx:pt>
          <cx:pt idx="2155">85</cx:pt>
          <cx:pt idx="2156">80.549999999999997</cx:pt>
          <cx:pt idx="2157">106.8</cx:pt>
          <cx:pt idx="2158">84.5</cx:pt>
          <cx:pt idx="2159">25.050000000000001</cx:pt>
          <cx:pt idx="2160">83.700000000000003</cx:pt>
          <cx:pt idx="2161">75.799999999999997</cx:pt>
          <cx:pt idx="2162">96.599999999999994</cx:pt>
          <cx:pt idx="2163">98.5</cx:pt>
          <cx:pt idx="2164">101.09999999999999</cx:pt>
          <cx:pt idx="2165">20.199999999999999</cx:pt>
          <cx:pt idx="2166">94.049999999999997</cx:pt>
          <cx:pt idx="2167">95.25</cx:pt>
          <cx:pt idx="2168">74.400000000000006</cx:pt>
          <cx:pt idx="2169">81</cx:pt>
          <cx:pt idx="2170">60.25</cx:pt>
          <cx:pt idx="2171">60.850000000000001</cx:pt>
          <cx:pt idx="2172">43.950000000000003</cx:pt>
          <cx:pt idx="2173">86.049999999999997</cx:pt>
          <cx:pt idx="2174">20.25</cx:pt>
          <cx:pt idx="2175">85.150000000000006</cx:pt>
          <cx:pt idx="2176">19.399999999999999</cx:pt>
          <cx:pt idx="2177">102.65000000000001</cx:pt>
          <cx:pt idx="2178">19.899999999999999</cx:pt>
          <cx:pt idx="2179">19.550000000000001</cx:pt>
          <cx:pt idx="2180">95.5</cx:pt>
          <cx:pt idx="2181">84.150000000000006</cx:pt>
          <cx:pt idx="2182">103.2</cx:pt>
          <cx:pt idx="2183">50.200000000000003</cx:pt>
          <cx:pt idx="2184">88.549999999999997</cx:pt>
          <cx:pt idx="2185">54.75</cx:pt>
          <cx:pt idx="2186">19.949999999999999</cx:pt>
          <cx:pt idx="2187">116.25</cx:pt>
          <cx:pt idx="2188">31.199999999999999</cx:pt>
          <cx:pt idx="2189">24.449999999999999</cx:pt>
          <cx:pt idx="2190">84.200000000000003</cx:pt>
          <cx:pt idx="2191">91.299999999999997</cx:pt>
          <cx:pt idx="2192">85.650000000000006</cx:pt>
          <cx:pt idx="2193">21.199999999999999</cx:pt>
          <cx:pt idx="2194">79.5</cx:pt>
          <cx:pt idx="2195">25.550000000000001</cx:pt>
          <cx:pt idx="2196">20.199999999999999</cx:pt>
          <cx:pt idx="2197">63.850000000000001</cx:pt>
          <cx:pt idx="2198">61.950000000000003</cx:pt>
          <cx:pt idx="2199">25.75</cx:pt>
          <cx:pt idx="2200">58.200000000000003</cx:pt>
          <cx:pt idx="2201">85.849999999999994</cx:pt>
          <cx:pt idx="2202">70.099999999999994</cx:pt>
          <cx:pt idx="2203">104.90000000000001</cx:pt>
          <cx:pt idx="2204">111.3</cx:pt>
          <cx:pt idx="2205">99.849999999999994</cx:pt>
          <cx:pt idx="2206">95.25</cx:pt>
          <cx:pt idx="2207">86.25</cx:pt>
          <cx:pt idx="2208">100.8</cx:pt>
          <cx:pt idx="2209">19.550000000000001</cx:pt>
          <cx:pt idx="2210">104</cx:pt>
          <cx:pt idx="2211">104.40000000000001</cx:pt>
          <cx:pt idx="2212">19.5</cx:pt>
          <cx:pt idx="2213">25.25</cx:pt>
          <cx:pt idx="2214">86.299999999999997</cx:pt>
          <cx:pt idx="2215">49.850000000000001</cx:pt>
          <cx:pt idx="2216">108.95</cx:pt>
          <cx:pt idx="2217">89.900000000000006</cx:pt>
          <cx:pt idx="2218">82</cx:pt>
          <cx:pt idx="2219">89.950000000000003</cx:pt>
          <cx:pt idx="2220">79.349999999999994</cx:pt>
          <cx:pt idx="2221">64.049999999999997</cx:pt>
          <cx:pt idx="2222">101.15000000000001</cx:pt>
          <cx:pt idx="2223">89.950000000000003</cx:pt>
          <cx:pt idx="2224">76.450000000000003</cx:pt>
          <cx:pt idx="2225">39.100000000000001</cx:pt>
          <cx:pt idx="2226">34.600000000000001</cx:pt>
          <cx:pt idx="2227">19.550000000000001</cx:pt>
          <cx:pt idx="2228">104.45</cx:pt>
          <cx:pt idx="2229">70.5</cx:pt>
          <cx:pt idx="2230">20.350000000000001</cx:pt>
          <cx:pt idx="2231">70</cx:pt>
          <cx:pt idx="2232">19.449999999999999</cx:pt>
          <cx:pt idx="2233">69.900000000000006</cx:pt>
          <cx:pt idx="2234">59.700000000000003</cx:pt>
          <cx:pt idx="2235">78.349999999999994</cx:pt>
          <cx:pt idx="2236">71.450000000000003</cx:pt>
          <cx:pt idx="2237">45.850000000000001</cx:pt>
          <cx:pt idx="2238">95.849999999999994</cx:pt>
          <cx:pt idx="2239">35.700000000000003</cx:pt>
          <cx:pt idx="2240">89.549999999999997</cx:pt>
          <cx:pt idx="2241">24.949999999999999</cx:pt>
          <cx:pt idx="2242">24.850000000000001</cx:pt>
          <cx:pt idx="2243">100.8</cx:pt>
          <cx:pt idx="2244">64.400000000000006</cx:pt>
          <cx:pt idx="2245">105.34999999999999</cx:pt>
          <cx:pt idx="2246">102.45</cx:pt>
          <cx:pt idx="2247">19.649999999999999</cx:pt>
          <cx:pt idx="2248">54.450000000000003</cx:pt>
          <cx:pt idx="2249">70.5</cx:pt>
          <cx:pt idx="2250">20.100000000000001</cx:pt>
          <cx:pt idx="2251">69.349999999999994</cx:pt>
          <cx:pt idx="2252">19.800000000000001</cx:pt>
          <cx:pt idx="2253">74.400000000000006</cx:pt>
          <cx:pt idx="2254">93.049999999999997</cx:pt>
          <cx:pt idx="2255">51.200000000000003</cx:pt>
          <cx:pt idx="2256">65.599999999999994</cx:pt>
          <cx:pt idx="2257">80.549999999999997</cx:pt>
          <cx:pt idx="2258">52.700000000000003</cx:pt>
          <cx:pt idx="2259">20.850000000000001</cx:pt>
          <cx:pt idx="2260">80.099999999999994</cx:pt>
          <cx:pt idx="2261">52.149999999999999</cx:pt>
          <cx:pt idx="2262">80.200000000000003</cx:pt>
          <cx:pt idx="2263">98.150000000000006</cx:pt>
          <cx:pt idx="2264">114.95</cx:pt>
          <cx:pt idx="2265">112.95</cx:pt>
          <cx:pt idx="2266">104.45</cx:pt>
          <cx:pt idx="2267">113.65000000000001</cx:pt>
          <cx:pt idx="2268">20.600000000000001</cx:pt>
          <cx:pt idx="2269">70.900000000000006</cx:pt>
          <cx:pt idx="2270">86.849999999999994</cx:pt>
          <cx:pt idx="2271">91.549999999999997</cx:pt>
          <cx:pt idx="2272">49.850000000000001</cx:pt>
          <cx:pt idx="2273">19.800000000000001</cx:pt>
          <cx:pt idx="2274">99.849999999999994</cx:pt>
          <cx:pt idx="2275">74.5</cx:pt>
          <cx:pt idx="2276">104.15000000000001</cx:pt>
          <cx:pt idx="2277">109.15000000000001</cx:pt>
          <cx:pt idx="2278">48.200000000000003</cx:pt>
          <cx:pt idx="2279">25.100000000000001</cx:pt>
          <cx:pt idx="2280">100.15000000000001</cx:pt>
          <cx:pt idx="2281">65.200000000000003</cx:pt>
          <cx:pt idx="2282">99.5</cx:pt>
          <cx:pt idx="2283">71.549999999999997</cx:pt>
          <cx:pt idx="2284">55.899999999999999</cx:pt>
          <cx:pt idx="2285">93.900000000000006</cx:pt>
          <cx:pt idx="2286">64.400000000000006</cx:pt>
          <cx:pt idx="2287">108.40000000000001</cx:pt>
          <cx:pt idx="2288">85.299999999999997</cx:pt>
          <cx:pt idx="2289">107.45</cx:pt>
          <cx:pt idx="2290">48.75</cx:pt>
          <cx:pt idx="2291">85.650000000000006</cx:pt>
          <cx:pt idx="2292">91.299999999999997</cx:pt>
          <cx:pt idx="2293">85.950000000000003</cx:pt>
          <cx:pt idx="2294">106.7</cx:pt>
          <cx:pt idx="2295">25.149999999999999</cx:pt>
          <cx:pt idx="2296">45.200000000000003</cx:pt>
          <cx:pt idx="2297">110.34999999999999</cx:pt>
          <cx:pt idx="2298">79.200000000000003</cx:pt>
          <cx:pt idx="2299">55.5</cx:pt>
          <cx:pt idx="2300">103.25</cx:pt>
          <cx:pt idx="2301">90.25</cx:pt>
          <cx:pt idx="2302">91.25</cx:pt>
          <cx:pt idx="2303">47.799999999999997</cx:pt>
          <cx:pt idx="2304">100.90000000000001</cx:pt>
          <cx:pt idx="2305">97.700000000000003</cx:pt>
          <cx:pt idx="2306">69.849999999999994</cx:pt>
          <cx:pt idx="2307">65.599999999999994</cx:pt>
          <cx:pt idx="2308">104.65000000000001</cx:pt>
          <cx:pt idx="2309">90.450000000000003</cx:pt>
          <cx:pt idx="2310">63.700000000000003</cx:pt>
          <cx:pt idx="2311">104.5</cx:pt>
          <cx:pt idx="2312">20.100000000000001</cx:pt>
          <cx:pt idx="2313">104.3</cx:pt>
          <cx:pt idx="2314">93.25</cx:pt>
          <cx:pt idx="2315">73.450000000000003</cx:pt>
          <cx:pt idx="2316">20.699999999999999</cx:pt>
          <cx:pt idx="2317">25.25</cx:pt>
          <cx:pt idx="2318">100.5</cx:pt>
          <cx:pt idx="2319">90.599999999999994</cx:pt>
          <cx:pt idx="2320">89.400000000000006</cx:pt>
          <cx:pt idx="2321">95.450000000000003</cx:pt>
          <cx:pt idx="2322">20.449999999999999</cx:pt>
          <cx:pt idx="2323">98.599999999999994</cx:pt>
          <cx:pt idx="2324">83.049999999999997</cx:pt>
          <cx:pt idx="2325">19.949999999999999</cx:pt>
          <cx:pt idx="2326">109.15000000000001</cx:pt>
          <cx:pt idx="2327">85.700000000000003</cx:pt>
          <cx:pt idx="2328">102.05</cx:pt>
          <cx:pt idx="2329">94.700000000000003</cx:pt>
          <cx:pt idx="2330">64.400000000000006</cx:pt>
          <cx:pt idx="2331">26.800000000000001</cx:pt>
          <cx:pt idx="2332">66.049999999999997</cx:pt>
          <cx:pt idx="2333">65.200000000000003</cx:pt>
          <cx:pt idx="2334">85.049999999999997</cx:pt>
          <cx:pt idx="2335">55.799999999999997</cx:pt>
          <cx:pt idx="2336">70.400000000000006</cx:pt>
          <cx:pt idx="2337">104.75</cx:pt>
          <cx:pt idx="2338">19.949999999999999</cx:pt>
          <cx:pt idx="2339">94.25</cx:pt>
          <cx:pt idx="2340">45</cx:pt>
          <cx:pt idx="2341">114.90000000000001</cx:pt>
          <cx:pt idx="2342">106.40000000000001</cx:pt>
          <cx:pt idx="2343">46.100000000000001</cx:pt>
          <cx:pt idx="2344">39.700000000000003</cx:pt>
          <cx:pt idx="2345">20.050000000000001</cx:pt>
          <cx:pt idx="2346">95.75</cx:pt>
          <cx:pt idx="2347">24.399999999999999</cx:pt>
          <cx:pt idx="2348">33.600000000000001</cx:pt>
          <cx:pt idx="2349">90.450000000000003</cx:pt>
          <cx:pt idx="2350">84</cx:pt>
          <cx:pt idx="2351">67.400000000000006</cx:pt>
          <cx:pt idx="2352">19.699999999999999</cx:pt>
          <cx:pt idx="2353">80.349999999999994</cx:pt>
          <cx:pt idx="2354">19.600000000000001</cx:pt>
          <cx:pt idx="2355">54.200000000000003</cx:pt>
          <cx:pt idx="2356">45.200000000000003</cx:pt>
          <cx:pt idx="2357">75.099999999999994</cx:pt>
          <cx:pt idx="2358">19.699999999999999</cx:pt>
          <cx:pt idx="2359">72.75</cx:pt>
          <cx:pt idx="2360">20.050000000000001</cx:pt>
          <cx:pt idx="2361">45.950000000000003</cx:pt>
          <cx:pt idx="2362">39.200000000000003</cx:pt>
          <cx:pt idx="2363">44.75</cx:pt>
          <cx:pt idx="2364">82.650000000000006</cx:pt>
          <cx:pt idx="2365">93.900000000000006</cx:pt>
          <cx:pt idx="2366">70.150000000000006</cx:pt>
          <cx:pt idx="2367">85.549999999999997</cx:pt>
          <cx:pt idx="2368">117.15000000000001</cx:pt>
          <cx:pt idx="2369">99.25</cx:pt>
          <cx:pt idx="2370">112.55</cx:pt>
          <cx:pt idx="2371">25.699999999999999</cx:pt>
          <cx:pt idx="2372">90.299999999999997</cx:pt>
          <cx:pt idx="2373">49.399999999999999</cx:pt>
          <cx:pt idx="2374">19.399999999999999</cx:pt>
          <cx:pt idx="2375">109.7</cx:pt>
          <cx:pt idx="2376">61.25</cx:pt>
          <cx:pt idx="2377">55.299999999999997</cx:pt>
          <cx:pt idx="2378">70.299999999999997</cx:pt>
          <cx:pt idx="2379">106.34999999999999</cx:pt>
          <cx:pt idx="2380">103.75</cx:pt>
          <cx:pt idx="2381">19.5</cx:pt>
          <cx:pt idx="2382">39.5</cx:pt>
          <cx:pt idx="2383">26.050000000000001</cx:pt>
          <cx:pt idx="2384">91.049999999999997</cx:pt>
          <cx:pt idx="2385">29.649999999999999</cx:pt>
          <cx:pt idx="2386">50.200000000000003</cx:pt>
          <cx:pt idx="2387">105.3</cx:pt>
          <cx:pt idx="2388">55.450000000000003</cx:pt>
          <cx:pt idx="2389">85.450000000000003</cx:pt>
          <cx:pt idx="2390">19.800000000000001</cx:pt>
          <cx:pt idx="2391">59.25</cx:pt>
          <cx:pt idx="2392">90.700000000000003</cx:pt>
          <cx:pt idx="2393">103.7</cx:pt>
          <cx:pt idx="2394">79.049999999999997</cx:pt>
          <cx:pt idx="2395">90.700000000000003</cx:pt>
          <cx:pt idx="2396">95</cx:pt>
          <cx:pt idx="2397">88.349999999999994</cx:pt>
          <cx:pt idx="2398">30.25</cx:pt>
          <cx:pt idx="2399">49.850000000000001</cx:pt>
          <cx:pt idx="2400">93</cx:pt>
          <cx:pt idx="2401">54.549999999999997</cx:pt>
          <cx:pt idx="2402">19.699999999999999</cx:pt>
          <cx:pt idx="2403">84.799999999999997</cx:pt>
          <cx:pt idx="2404">94.450000000000003</cx:pt>
          <cx:pt idx="2405">94.200000000000003</cx:pt>
          <cx:pt idx="2406">96.25</cx:pt>
          <cx:pt idx="2407">70.700000000000003</cx:pt>
          <cx:pt idx="2408">20.850000000000001</cx:pt>
          <cx:pt idx="2409">60</cx:pt>
          <cx:pt idx="2410">80.450000000000003</cx:pt>
          <cx:pt idx="2411">84.950000000000003</cx:pt>
          <cx:pt idx="2412">33.549999999999997</cx:pt>
          <cx:pt idx="2413">49.649999999999999</cx:pt>
          <cx:pt idx="2414">20.199999999999999</cx:pt>
          <cx:pt idx="2415">94.549999999999997</cx:pt>
          <cx:pt idx="2416">100.5</cx:pt>
          <cx:pt idx="2417">35.75</cx:pt>
          <cx:pt idx="2418">86.450000000000003</cx:pt>
          <cx:pt idx="2419">53.799999999999997</cx:pt>
          <cx:pt idx="2420">38.549999999999997</cx:pt>
          <cx:pt idx="2421">39.899999999999999</cx:pt>
          <cx:pt idx="2422">70.049999999999997</cx:pt>
          <cx:pt idx="2423">20.100000000000001</cx:pt>
          <cx:pt idx="2424">112.95</cx:pt>
          <cx:pt idx="2425">20.300000000000001</cx:pt>
          <cx:pt idx="2426">35.649999999999999</cx:pt>
          <cx:pt idx="2427">35.899999999999999</cx:pt>
          <cx:pt idx="2428">99.25</cx:pt>
          <cx:pt idx="2429">82.950000000000003</cx:pt>
          <cx:pt idx="2430">55.649999999999999</cx:pt>
          <cx:pt idx="2431">24.449999999999999</cx:pt>
          <cx:pt idx="2432">25.199999999999999</cx:pt>
          <cx:pt idx="2433">50.799999999999997</cx:pt>
          <cx:pt idx="2434">19.649999999999999</cx:pt>
          <cx:pt idx="2435">59.799999999999997</cx:pt>
          <cx:pt idx="2436">73.549999999999997</cx:pt>
          <cx:pt idx="2437">61.399999999999999</cx:pt>
          <cx:pt idx="2438">103.34999999999999</cx:pt>
          <cx:pt idx="2439">19.899999999999999</cx:pt>
          <cx:pt idx="2440">19.449999999999999</cx:pt>
          <cx:pt idx="2441">81.5</cx:pt>
          <cx:pt idx="2442">84.799999999999997</cx:pt>
          <cx:pt idx="2443">109.55</cx:pt>
          <cx:pt idx="2444">99.950000000000003</cx:pt>
          <cx:pt idx="2445">74.400000000000006</cx:pt>
          <cx:pt idx="2446">90</cx:pt>
          <cx:pt idx="2447">74.900000000000006</cx:pt>
          <cx:pt idx="2448">104.84999999999999</cx:pt>
          <cx:pt idx="2449">59.649999999999999</cx:pt>
          <cx:pt idx="2450">110.45</cx:pt>
          <cx:pt idx="2451">106.09999999999999</cx:pt>
          <cx:pt idx="2452">74.200000000000003</cx:pt>
          <cx:pt idx="2453">74.450000000000003</cx:pt>
          <cx:pt idx="2454">24.550000000000001</cx:pt>
          <cx:pt idx="2455">89.349999999999994</cx:pt>
          <cx:pt idx="2456">24.550000000000001</cx:pt>
          <cx:pt idx="2457">90.650000000000006</cx:pt>
          <cx:pt idx="2458">105.05</cx:pt>
          <cx:pt idx="2459">20.449999999999999</cx:pt>
          <cx:pt idx="2460">19.550000000000001</cx:pt>
          <cx:pt idx="2461">19.699999999999999</cx:pt>
          <cx:pt idx="2462">70.450000000000003</cx:pt>
          <cx:pt idx="2463">85.650000000000006</cx:pt>
          <cx:pt idx="2464">77.150000000000006</cx:pt>
          <cx:pt idx="2465">35.25</cx:pt>
          <cx:pt idx="2466">20.550000000000001</cx:pt>
          <cx:pt idx="2467">97.950000000000003</cx:pt>
          <cx:pt idx="2468">48.549999999999997</cx:pt>
          <cx:pt idx="2469">20</cx:pt>
          <cx:pt idx="2470">25.25</cx:pt>
          <cx:pt idx="2471">98.400000000000006</cx:pt>
          <cx:pt idx="2472">70.900000000000006</cx:pt>
          <cx:pt idx="2473">19.850000000000001</cx:pt>
          <cx:pt idx="2474">106.34999999999999</cx:pt>
          <cx:pt idx="2475">99.5</cx:pt>
          <cx:pt idx="2476">84.700000000000003</cx:pt>
          <cx:pt idx="2477">86.049999999999997</cx:pt>
          <cx:pt idx="2478">44.549999999999997</cx:pt>
          <cx:pt idx="2479">75.849999999999994</cx:pt>
          <cx:pt idx="2480">93.849999999999994</cx:pt>
          <cx:pt idx="2481">25</cx:pt>
          <cx:pt idx="2482">45</cx:pt>
          <cx:pt idx="2483">100.7</cx:pt>
          <cx:pt idx="2484">20.5</cx:pt>
          <cx:pt idx="2485">80.450000000000003</cx:pt>
          <cx:pt idx="2486">90.450000000000003</cx:pt>
          <cx:pt idx="2487">60.450000000000003</cx:pt>
          <cx:pt idx="2488">55.25</cx:pt>
          <cx:pt idx="2489">78.450000000000003</cx:pt>
          <cx:pt idx="2490">100.55</cx:pt>
          <cx:pt idx="2491">20.350000000000001</cx:pt>
          <cx:pt idx="2492">54.450000000000003</cx:pt>
          <cx:pt idx="2493">90.75</cx:pt>
          <cx:pt idx="2494">75.349999999999994</cx:pt>
          <cx:pt idx="2495">20.25</cx:pt>
          <cx:pt idx="2496">20.050000000000001</cx:pt>
          <cx:pt idx="2497">19.600000000000001</cx:pt>
          <cx:pt idx="2498">53.799999999999997</cx:pt>
          <cx:pt idx="2499">70.200000000000003</cx:pt>
          <cx:pt idx="2500">75.5</cx:pt>
          <cx:pt idx="2501">20.350000000000001</cx:pt>
          <cx:pt idx="2502">26.050000000000001</cx:pt>
          <cx:pt idx="2503">20.600000000000001</cx:pt>
          <cx:pt idx="2504">75.700000000000003</cx:pt>
          <cx:pt idx="2505">20.100000000000001</cx:pt>
          <cx:pt idx="2506">24.300000000000001</cx:pt>
          <cx:pt idx="2507">24.5</cx:pt>
          <cx:pt idx="2508">110.5</cx:pt>
          <cx:pt idx="2509">25.25</cx:pt>
          <cx:pt idx="2510">74.25</cx:pt>
          <cx:pt idx="2511">90.099999999999994</cx:pt>
          <cx:pt idx="2512">68.75</cx:pt>
          <cx:pt idx="2513">19.199999999999999</cx:pt>
          <cx:pt idx="2514">89.700000000000003</cx:pt>
          <cx:pt idx="2515">115.09999999999999</cx:pt>
          <cx:pt idx="2516">96.400000000000006</cx:pt>
          <cx:pt idx="2517">69.5</cx:pt>
          <cx:pt idx="2518">99.650000000000006</cx:pt>
          <cx:pt idx="2519">91.450000000000003</cx:pt>
          <cx:pt idx="2520">84.75</cx:pt>
          <cx:pt idx="2521">85.25</cx:pt>
          <cx:pt idx="2522">78.75</cx:pt>
          <cx:pt idx="2523">20.25</cx:pt>
          <cx:pt idx="2524">19.899999999999999</cx:pt>
          <cx:pt idx="2525">97.75</cx:pt>
          <cx:pt idx="2526">19.399999999999999</cx:pt>
          <cx:pt idx="2527">83.299999999999997</cx:pt>
          <cx:pt idx="2528">80.099999999999994</cx:pt>
          <cx:pt idx="2529">62.700000000000003</cx:pt>
          <cx:pt idx="2530">100.40000000000001</cx:pt>
          <cx:pt idx="2531">24.449999999999999</cx:pt>
          <cx:pt idx="2532">101.09999999999999</cx:pt>
          <cx:pt idx="2533">50.899999999999999</cx:pt>
          <cx:pt idx="2534">107.2</cx:pt>
          <cx:pt idx="2535">92.200000000000003</cx:pt>
          <cx:pt idx="2536">25.300000000000001</cx:pt>
          <cx:pt idx="2537">113.40000000000001</cx:pt>
          <cx:pt idx="2538">40.549999999999997</cx:pt>
          <cx:pt idx="2539">26</cx:pt>
          <cx:pt idx="2540">111.95</cx:pt>
          <cx:pt idx="2541">53.799999999999997</cx:pt>
          <cx:pt idx="2542">72.099999999999994</cx:pt>
          <cx:pt idx="2543">98.150000000000006</cx:pt>
          <cx:pt idx="2544">78.849999999999994</cx:pt>
          <cx:pt idx="2545">70.75</cx:pt>
          <cx:pt idx="2546">76.150000000000006</cx:pt>
          <cx:pt idx="2547">39.100000000000001</cx:pt>
          <cx:pt idx="2548">69.950000000000003</cx:pt>
          <cx:pt idx="2549">20.050000000000001</cx:pt>
          <cx:pt idx="2550">20.050000000000001</cx:pt>
          <cx:pt idx="2551">19.449999999999999</cx:pt>
          <cx:pt idx="2552">26.899999999999999</cx:pt>
          <cx:pt idx="2553">19.199999999999999</cx:pt>
          <cx:pt idx="2554">50</cx:pt>
          <cx:pt idx="2555">60</cx:pt>
          <cx:pt idx="2556">84.549999999999997</cx:pt>
          <cx:pt idx="2557">45.450000000000003</cx:pt>
          <cx:pt idx="2558">20.050000000000001</cx:pt>
          <cx:pt idx="2559">115.55</cx:pt>
          <cx:pt idx="2560">93.700000000000003</cx:pt>
          <cx:pt idx="2561">99</cx:pt>
          <cx:pt idx="2562">50.549999999999997</cx:pt>
          <cx:pt idx="2563">105.95</cx:pt>
          <cx:pt idx="2564">82</cx:pt>
          <cx:pt idx="2565">25</cx:pt>
          <cx:pt idx="2566">91.549999999999997</cx:pt>
          <cx:pt idx="2567">95.75</cx:pt>
          <cx:pt idx="2568">19.350000000000001</cx:pt>
          <cx:pt idx="2569">24.850000000000001</cx:pt>
          <cx:pt idx="2570">94.049999999999997</cx:pt>
          <cx:pt idx="2571">100.40000000000001</cx:pt>
          <cx:pt idx="2572">25</cx:pt>
          <cx:pt idx="2573">54.75</cx:pt>
          <cx:pt idx="2574">95.650000000000006</cx:pt>
          <cx:pt idx="2575">19.25</cx:pt>
          <cx:pt idx="2576">108.25</cx:pt>
          <cx:pt idx="2577">94.599999999999994</cx:pt>
          <cx:pt idx="2578">98.900000000000006</cx:pt>
          <cx:pt idx="2579">20.149999999999999</cx:pt>
          <cx:pt idx="2580">101.3</cx:pt>
          <cx:pt idx="2581">20</cx:pt>
          <cx:pt idx="2582">105.3</cx:pt>
          <cx:pt idx="2583">69.849999999999994</cx:pt>
          <cx:pt idx="2584">65.25</cx:pt>
          <cx:pt idx="2585">19.800000000000001</cx:pt>
          <cx:pt idx="2586">19.600000000000001</cx:pt>
          <cx:pt idx="2587">20.050000000000001</cx:pt>
          <cx:pt idx="2588">49.399999999999999</cx:pt>
          <cx:pt idx="2589">76.049999999999997</cx:pt>
          <cx:pt idx="2590">88.400000000000006</cx:pt>
          <cx:pt idx="2591">100.59999999999999</cx:pt>
          <cx:pt idx="2592">19.449999999999999</cx:pt>
          <cx:pt idx="2593">20.300000000000001</cx:pt>
          <cx:pt idx="2594">107.65000000000001</cx:pt>
          <cx:pt idx="2595">80.450000000000003</cx:pt>
          <cx:pt idx="2596">58.850000000000001</cx:pt>
          <cx:pt idx="2597">109.59999999999999</cx:pt>
          <cx:pt idx="2598">75.150000000000006</cx:pt>
          <cx:pt idx="2599">73</cx:pt>
          <cx:pt idx="2600">70.099999999999994</cx:pt>
          <cx:pt idx="2601">98.650000000000006</cx:pt>
          <cx:pt idx="2602">111.45</cx:pt>
          <cx:pt idx="2603">114.90000000000001</cx:pt>
          <cx:pt idx="2604">100.55</cx:pt>
          <cx:pt idx="2605">20.399999999999999</cx:pt>
          <cx:pt idx="2606">104.34999999999999</cx:pt>
          <cx:pt idx="2607">69.75</cx:pt>
          <cx:pt idx="2608">34.5</cx:pt>
          <cx:pt idx="2609">105.55</cx:pt>
          <cx:pt idx="2610">30.100000000000001</cx:pt>
          <cx:pt idx="2611">70.299999999999997</cx:pt>
          <cx:pt idx="2612">80.450000000000003</cx:pt>
          <cx:pt idx="2613">80.200000000000003</cx:pt>
          <cx:pt idx="2614">94.349999999999994</cx:pt>
          <cx:pt idx="2615">91.349999999999994</cx:pt>
          <cx:pt idx="2616">44.600000000000001</cx:pt>
          <cx:pt idx="2617">19.600000000000001</cx:pt>
          <cx:pt idx="2618">19.899999999999999</cx:pt>
          <cx:pt idx="2619">110.45</cx:pt>
          <cx:pt idx="2620">68.349999999999994</cx:pt>
          <cx:pt idx="2621">79.099999999999994</cx:pt>
          <cx:pt idx="2622">51</cx:pt>
          <cx:pt idx="2623">80.549999999999997</cx:pt>
          <cx:pt idx="2624">66.700000000000003</cx:pt>
          <cx:pt idx="2625">86.400000000000006</cx:pt>
          <cx:pt idx="2626">50.049999999999997</cx:pt>
          <cx:pt idx="2627">25.699999999999999</cx:pt>
          <cx:pt idx="2628">83.400000000000006</cx:pt>
          <cx:pt idx="2629">70.700000000000003</cx:pt>
          <cx:pt idx="2630">84.650000000000006</cx:pt>
          <cx:pt idx="2631">99.25</cx:pt>
          <cx:pt idx="2632">64.75</cx:pt>
          <cx:pt idx="2633">100.15000000000001</cx:pt>
          <cx:pt idx="2634">84.799999999999997</cx:pt>
          <cx:pt idx="2635">25.25</cx:pt>
          <cx:pt idx="2636">113</cx:pt>
          <cx:pt idx="2637">40.649999999999999</cx:pt>
          <cx:pt idx="2638">105</cx:pt>
          <cx:pt idx="2639">54.450000000000003</cx:pt>
          <cx:pt idx="2640">94.950000000000003</cx:pt>
          <cx:pt idx="2641">59.899999999999999</cx:pt>
          <cx:pt idx="2642">85.299999999999997</cx:pt>
          <cx:pt idx="2643">83.349999999999994</cx:pt>
          <cx:pt idx="2644">33.5</cx:pt>
          <cx:pt idx="2645">19.800000000000001</cx:pt>
          <cx:pt idx="2646">81.799999999999997</cx:pt>
          <cx:pt idx="2647">20</cx:pt>
          <cx:pt idx="2648">59.600000000000001</cx:pt>
          <cx:pt idx="2649">25</cx:pt>
          <cx:pt idx="2650">84.349999999999994</cx:pt>
          <cx:pt idx="2651">90.349999999999994</cx:pt>
          <cx:pt idx="2652">55.549999999999997</cx:pt>
          <cx:pt idx="2653">75.349999999999994</cx:pt>
          <cx:pt idx="2654">90.75</cx:pt>
          <cx:pt idx="2655">89.599999999999994</cx:pt>
          <cx:pt idx="2656">59.299999999999997</cx:pt>
          <cx:pt idx="2657">66.099999999999994</cx:pt>
          <cx:pt idx="2658">18.800000000000001</cx:pt>
          <cx:pt idx="2659">86.450000000000003</cx:pt>
          <cx:pt idx="2660">52.100000000000001</cx:pt>
          <cx:pt idx="2661">47.399999999999999</cx:pt>
          <cx:pt idx="2662">49.25</cx:pt>
          <cx:pt idx="2663">109.15000000000001</cx:pt>
          <cx:pt idx="2664">94.950000000000003</cx:pt>
          <cx:pt idx="2665">93.549999999999997</cx:pt>
          <cx:pt idx="2666">79.5</cx:pt>
          <cx:pt idx="2667">115.05</cx:pt>
          <cx:pt idx="2668">19.75</cx:pt>
          <cx:pt idx="2669">95.150000000000006</cx:pt>
          <cx:pt idx="2670">95.150000000000006</cx:pt>
          <cx:pt idx="2671">105.40000000000001</cx:pt>
          <cx:pt idx="2672">20.100000000000001</cx:pt>
          <cx:pt idx="2673">101.34999999999999</cx:pt>
          <cx:pt idx="2674">20.050000000000001</cx:pt>
          <cx:pt idx="2675">20.699999999999999</cx:pt>
          <cx:pt idx="2676">20.350000000000001</cx:pt>
          <cx:pt idx="2677">70.049999999999997</cx:pt>
          <cx:pt idx="2678">19.699999999999999</cx:pt>
          <cx:pt idx="2679">74.650000000000006</cx:pt>
          <cx:pt idx="2680">85.450000000000003</cx:pt>
          <cx:pt idx="2681">40.399999999999999</cx:pt>
          <cx:pt idx="2682">50.399999999999999</cx:pt>
          <cx:pt idx="2683">79.650000000000006</cx:pt>
          <cx:pt idx="2684">105.2</cx:pt>
          <cx:pt idx="2685">100.65000000000001</cx:pt>
          <cx:pt idx="2686">79.849999999999994</cx:pt>
          <cx:pt idx="2687">91</cx:pt>
          <cx:pt idx="2688">78.75</cx:pt>
          <cx:pt idx="2689">116.75</cx:pt>
          <cx:pt idx="2690">80.450000000000003</cx:pt>
          <cx:pt idx="2691">59.100000000000001</cx:pt>
          <cx:pt idx="2692">49.799999999999997</cx:pt>
          <cx:pt idx="2693">19.300000000000001</cx:pt>
          <cx:pt idx="2694">19.649999999999999</cx:pt>
          <cx:pt idx="2695">81.400000000000006</cx:pt>
          <cx:pt idx="2696">38.899999999999999</cx:pt>
          <cx:pt idx="2697">87.950000000000003</cx:pt>
          <cx:pt idx="2698">19.850000000000001</cx:pt>
          <cx:pt idx="2699">96.349999999999994</cx:pt>
          <cx:pt idx="2700">24.149999999999999</cx:pt>
          <cx:pt idx="2701">19.100000000000001</cx:pt>
          <cx:pt idx="2702">44</cx:pt>
          <cx:pt idx="2703">50.100000000000001</cx:pt>
          <cx:pt idx="2704">60.600000000000001</cx:pt>
          <cx:pt idx="2705">25.649999999999999</cx:pt>
          <cx:pt idx="2706">76.400000000000006</cx:pt>
          <cx:pt idx="2707">98.700000000000003</cx:pt>
          <cx:pt idx="2708">100.8</cx:pt>
          <cx:pt idx="2709">53.950000000000003</cx:pt>
          <cx:pt idx="2710">20.399999999999999</cx:pt>
          <cx:pt idx="2711">90.099999999999994</cx:pt>
          <cx:pt idx="2712">29.350000000000001</cx:pt>
          <cx:pt idx="2713">20.449999999999999</cx:pt>
          <cx:pt idx="2714">95.099999999999994</cx:pt>
          <cx:pt idx="2715">25.25</cx:pt>
          <cx:pt idx="2716">44.899999999999999</cx:pt>
          <cx:pt idx="2717">92.650000000000006</cx:pt>
          <cx:pt idx="2718">43.700000000000003</cx:pt>
          <cx:pt idx="2719">72.599999999999994</cx:pt>
          <cx:pt idx="2720">51.549999999999997</cx:pt>
          <cx:pt idx="2721">79.25</cx:pt>
          <cx:pt idx="2722">18.949999999999999</cx:pt>
          <cx:pt idx="2723">20.5</cx:pt>
          <cx:pt idx="2724">19.949999999999999</cx:pt>
          <cx:pt idx="2725">24.5</cx:pt>
          <cx:pt idx="2726">20.600000000000001</cx:pt>
          <cx:pt idx="2727">94.849999999999994</cx:pt>
          <cx:pt idx="2728">61.049999999999997</cx:pt>
          <cx:pt idx="2729">85.700000000000003</cx:pt>
          <cx:pt idx="2730">106.65000000000001</cx:pt>
          <cx:pt idx="2731">108.25</cx:pt>
          <cx:pt idx="2732">20.399999999999999</cx:pt>
          <cx:pt idx="2733">55.299999999999997</cx:pt>
          <cx:pt idx="2734">20.25</cx:pt>
          <cx:pt idx="2735">72.950000000000003</cx:pt>
          <cx:pt idx="2736">89.450000000000003</cx:pt>
          <cx:pt idx="2737">104.65000000000001</cx:pt>
          <cx:pt idx="2738">75.200000000000003</cx:pt>
          <cx:pt idx="2739">101.15000000000001</cx:pt>
          <cx:pt idx="2740">44.399999999999999</cx:pt>
          <cx:pt idx="2741">89.5</cx:pt>
          <cx:pt idx="2742">68.75</cx:pt>
          <cx:pt idx="2743">111.05</cx:pt>
          <cx:pt idx="2744">99</cx:pt>
          <cx:pt idx="2745">86.049999999999997</cx:pt>
          <cx:pt idx="2746">21</cx:pt>
          <cx:pt idx="2747">19.399999999999999</cx:pt>
          <cx:pt idx="2748">44.549999999999997</cx:pt>
          <cx:pt idx="2749">77.200000000000003</cx:pt>
          <cx:pt idx="2750">19.449999999999999</cx:pt>
          <cx:pt idx="2751">24.850000000000001</cx:pt>
          <cx:pt idx="2752">35.399999999999999</cx:pt>
          <cx:pt idx="2753">95.650000000000006</cx:pt>
          <cx:pt idx="2754">41.350000000000001</cx:pt>
          <cx:pt idx="2755">19.600000000000001</cx:pt>
          <cx:pt idx="2756">20.949999999999999</cx:pt>
          <cx:pt idx="2757">84.450000000000003</cx:pt>
          <cx:pt idx="2758">20.25</cx:pt>
          <cx:pt idx="2759">19.649999999999999</cx:pt>
          <cx:pt idx="2760">20.649999999999999</cx:pt>
          <cx:pt idx="2761">34.700000000000003</cx:pt>
          <cx:pt idx="2762">99.299999999999997</cx:pt>
          <cx:pt idx="2763">81.049999999999997</cx:pt>
          <cx:pt idx="2764">67.599999999999994</cx:pt>
          <cx:pt idx="2765">70.150000000000006</cx:pt>
          <cx:pt idx="2766">115</cx:pt>
          <cx:pt idx="2767">84.799999999999997</cx:pt>
          <cx:pt idx="2768">19.699999999999999</cx:pt>
          <cx:pt idx="2769">19.75</cx:pt>
          <cx:pt idx="2770">92.549999999999997</cx:pt>
          <cx:pt idx="2771">63.149999999999999</cx:pt>
          <cx:pt idx="2772">74</cx:pt>
          <cx:pt idx="2773">29.100000000000001</cx:pt>
          <cx:pt idx="2774">50.049999999999997</cx:pt>
          <cx:pt idx="2775">60.049999999999997</cx:pt>
          <cx:pt idx="2776">74.299999999999997</cx:pt>
          <cx:pt idx="2777">20</cx:pt>
          <cx:pt idx="2778">74.650000000000006</cx:pt>
          <cx:pt idx="2779">85.349999999999994</cx:pt>
          <cx:pt idx="2780">74.299999999999997</cx:pt>
          <cx:pt idx="2781">44.399999999999999</cx:pt>
          <cx:pt idx="2782">85.400000000000006</cx:pt>
          <cx:pt idx="2783">94.099999999999994</cx:pt>
          <cx:pt idx="2784">98.099999999999994</cx:pt>
          <cx:pt idx="2785">108.90000000000001</cx:pt>
          <cx:pt idx="2786">56.200000000000003</cx:pt>
          <cx:pt idx="2787">26.100000000000001</cx:pt>
          <cx:pt idx="2788">85.450000000000003</cx:pt>
          <cx:pt idx="2789">88.950000000000003</cx:pt>
          <cx:pt idx="2790">109.65000000000001</cx:pt>
          <cx:pt idx="2791">74.349999999999994</cx:pt>
          <cx:pt idx="2792">48.850000000000001</cx:pt>
          <cx:pt idx="2793">80.099999999999994</cx:pt>
          <cx:pt idx="2794">56.049999999999997</cx:pt>
          <cx:pt idx="2795">74.549999999999997</cx:pt>
          <cx:pt idx="2796">89.799999999999997</cx:pt>
          <cx:pt idx="2797">100.95</cx:pt>
          <cx:pt idx="2798">94.900000000000006</cx:pt>
          <cx:pt idx="2799">19.100000000000001</cx:pt>
          <cx:pt idx="2800">20.350000000000001</cx:pt>
          <cx:pt idx="2801">106.05</cx:pt>
          <cx:pt idx="2802">104.90000000000001</cx:pt>
          <cx:pt idx="2803">19.649999999999999</cx:pt>
          <cx:pt idx="2804">24.100000000000001</cx:pt>
          <cx:pt idx="2805">59.850000000000001</cx:pt>
          <cx:pt idx="2806">86.099999999999994</cx:pt>
          <cx:pt idx="2807">19.449999999999999</cx:pt>
          <cx:pt idx="2808">97.099999999999994</cx:pt>
          <cx:pt idx="2809">36.649999999999999</cx:pt>
          <cx:pt idx="2810">103.90000000000001</cx:pt>
          <cx:pt idx="2811">19.75</cx:pt>
          <cx:pt idx="2812">104.05</cx:pt>
          <cx:pt idx="2813">24.550000000000001</cx:pt>
          <cx:pt idx="2814">48.700000000000003</cx:pt>
          <cx:pt idx="2815">88.349999999999994</cx:pt>
          <cx:pt idx="2816">109.55</cx:pt>
          <cx:pt idx="2817">20.649999999999999</cx:pt>
          <cx:pt idx="2818">94.650000000000006</cx:pt>
          <cx:pt idx="2819">55.200000000000003</cx:pt>
          <cx:pt idx="2820">24.050000000000001</cx:pt>
          <cx:pt idx="2821">74.400000000000006</cx:pt>
          <cx:pt idx="2822">79.900000000000006</cx:pt>
          <cx:pt idx="2823">20.449999999999999</cx:pt>
          <cx:pt idx="2824">19.25</cx:pt>
          <cx:pt idx="2825">26.350000000000001</cx:pt>
          <cx:pt idx="2826">43.799999999999997</cx:pt>
          <cx:pt idx="2827">50.149999999999999</cx:pt>
          <cx:pt idx="2828">20.449999999999999</cx:pt>
          <cx:pt idx="2829">69.700000000000003</cx:pt>
          <cx:pt idx="2830">61.399999999999999</cx:pt>
          <cx:pt idx="2831">98.099999999999994</cx:pt>
          <cx:pt idx="2832">70.75</cx:pt>
          <cx:pt idx="2833">61.149999999999999</cx:pt>
          <cx:pt idx="2834">20.25</cx:pt>
          <cx:pt idx="2835">63.850000000000001</cx:pt>
          <cx:pt idx="2836">98.700000000000003</cx:pt>
          <cx:pt idx="2837">20.5</cx:pt>
          <cx:pt idx="2838">20</cx:pt>
          <cx:pt idx="2839">19.300000000000001</cx:pt>
          <cx:pt idx="2840">84.400000000000006</cx:pt>
          <cx:pt idx="2841">25.100000000000001</cx:pt>
          <cx:pt idx="2842">48.25</cx:pt>
          <cx:pt idx="2843">19.850000000000001</cx:pt>
          <cx:pt idx="2844">99.599999999999994</cx:pt>
          <cx:pt idx="2845">94.200000000000003</cx:pt>
          <cx:pt idx="2846">62.149999999999999</cx:pt>
          <cx:pt idx="2847">79.299999999999997</cx:pt>
          <cx:pt idx="2848">56.25</cx:pt>
          <cx:pt idx="2849">20.300000000000001</cx:pt>
          <cx:pt idx="2850">99</cx:pt>
          <cx:pt idx="2851">90.599999999999994</cx:pt>
          <cx:pt idx="2852">85.900000000000006</cx:pt>
          <cx:pt idx="2853">79.200000000000003</cx:pt>
          <cx:pt idx="2854">70.349999999999994</cx:pt>
          <cx:pt idx="2855">19.350000000000001</cx:pt>
          <cx:pt idx="2856">50.149999999999999</cx:pt>
          <cx:pt idx="2857">63.799999999999997</cx:pt>
          <cx:pt idx="2858">20.550000000000001</cx:pt>
          <cx:pt idx="2859">88.549999999999997</cx:pt>
          <cx:pt idx="2860">101.40000000000001</cx:pt>
          <cx:pt idx="2861">81.950000000000003</cx:pt>
          <cx:pt idx="2862">69.349999999999994</cx:pt>
          <cx:pt idx="2863">44.600000000000001</cx:pt>
          <cx:pt idx="2864">63.75</cx:pt>
          <cx:pt idx="2865">109.25</cx:pt>
          <cx:pt idx="2866">84.599999999999994</cx:pt>
          <cx:pt idx="2867">20.449999999999999</cx:pt>
          <cx:pt idx="2868">85.75</cx:pt>
          <cx:pt idx="2869">91.099999999999994</cx:pt>
          <cx:pt idx="2870">107.95</cx:pt>
          <cx:pt idx="2871">86.099999999999994</cx:pt>
          <cx:pt idx="2872">22.949999999999999</cx:pt>
          <cx:pt idx="2873">94.700000000000003</cx:pt>
          <cx:pt idx="2874">19.449999999999999</cx:pt>
          <cx:pt idx="2875">85.099999999999994</cx:pt>
          <cx:pt idx="2876">19.699999999999999</cx:pt>
          <cx:pt idx="2877">99.150000000000006</cx:pt>
          <cx:pt idx="2878">87</cx:pt>
          <cx:pt idx="2879">102.95</cx:pt>
          <cx:pt idx="2880">79.950000000000003</cx:pt>
          <cx:pt idx="2881">64</cx:pt>
          <cx:pt idx="2882">64.900000000000006</cx:pt>
          <cx:pt idx="2883">25.75</cx:pt>
          <cx:pt idx="2884">90.150000000000006</cx:pt>
          <cx:pt idx="2885">116.09999999999999</cx:pt>
          <cx:pt idx="2886">104.95</cx:pt>
          <cx:pt idx="2887">45.049999999999997</cx:pt>
          <cx:pt idx="2888">71</cx:pt>
          <cx:pt idx="2889">50</cx:pt>
          <cx:pt idx="2890">70.549999999999997</cx:pt>
          <cx:pt idx="2891">79.700000000000003</cx:pt>
          <cx:pt idx="2892">20.449999999999999</cx:pt>
          <cx:pt idx="2893">59</cx:pt>
          <cx:pt idx="2894">60.350000000000001</cx:pt>
          <cx:pt idx="2895">19.850000000000001</cx:pt>
          <cx:pt idx="2896">19.949999999999999</cx:pt>
          <cx:pt idx="2897">26.449999999999999</cx:pt>
          <cx:pt idx="2898">63.399999999999999</cx:pt>
          <cx:pt idx="2899">53.950000000000003</cx:pt>
          <cx:pt idx="2900">69.25</cx:pt>
          <cx:pt idx="2901">95.099999999999994</cx:pt>
          <cx:pt idx="2902">74.099999999999994</cx:pt>
          <cx:pt idx="2903">35.5</cx:pt>
          <cx:pt idx="2904">70.950000000000003</cx:pt>
          <cx:pt idx="2905">79.200000000000003</cx:pt>
          <cx:pt idx="2906">48.799999999999997</cx:pt>
          <cx:pt idx="2907">89</cx:pt>
          <cx:pt idx="2908">99.400000000000006</cx:pt>
          <cx:pt idx="2909">55.450000000000003</cx:pt>
          <cx:pt idx="2910">25.399999999999999</cx:pt>
          <cx:pt idx="2911">73.5</cx:pt>
          <cx:pt idx="2912">93.5</cx:pt>
          <cx:pt idx="2913">63.899999999999999</cx:pt>
          <cx:pt idx="2914">64.849999999999994</cx:pt>
          <cx:pt idx="2915">63.799999999999997</cx:pt>
          <cx:pt idx="2916">44.450000000000003</cx:pt>
          <cx:pt idx="2917">19.949999999999999</cx:pt>
          <cx:pt idx="2918">43.350000000000001</cx:pt>
          <cx:pt idx="2919">49.649999999999999</cx:pt>
          <cx:pt idx="2920">85.099999999999994</cx:pt>
          <cx:pt idx="2921">95.5</cx:pt>
          <cx:pt idx="2922">92.349999999999994</cx:pt>
          <cx:pt idx="2923">89.799999999999997</cx:pt>
          <cx:pt idx="2924">74.549999999999997</cx:pt>
          <cx:pt idx="2925">103.05</cx:pt>
          <cx:pt idx="2926">116</cx:pt>
          <cx:pt idx="2927">69.900000000000006</cx:pt>
          <cx:pt idx="2928">95.099999999999994</cx:pt>
          <cx:pt idx="2929">40.25</cx:pt>
          <cx:pt idx="2930">25.75</cx:pt>
          <cx:pt idx="2931">105.34999999999999</cx:pt>
          <cx:pt idx="2932">113.59999999999999</cx:pt>
          <cx:pt idx="2933">24</cx:pt>
          <cx:pt idx="2934">19.399999999999999</cx:pt>
          <cx:pt idx="2935">86.099999999999994</cx:pt>
          <cx:pt idx="2936">102.65000000000001</cx:pt>
          <cx:pt idx="2937">92.849999999999994</cx:pt>
          <cx:pt idx="2938">97.75</cx:pt>
          <cx:pt idx="2939">83.799999999999997</cx:pt>
          <cx:pt idx="2940">54.450000000000003</cx:pt>
          <cx:pt idx="2941">97.950000000000003</cx:pt>
          <cx:pt idx="2942">19.949999999999999</cx:pt>
          <cx:pt idx="2943">24.600000000000001</cx:pt>
          <cx:pt idx="2944">50.950000000000003</cx:pt>
          <cx:pt idx="2945">75.599999999999994</cx:pt>
          <cx:pt idx="2946">80.75</cx:pt>
          <cx:pt idx="2947">90.400000000000006</cx:pt>
          <cx:pt idx="2948">99.799999999999997</cx:pt>
          <cx:pt idx="2949">60.25</cx:pt>
          <cx:pt idx="2950">20.199999999999999</cx:pt>
          <cx:pt idx="2951">64.150000000000006</cx:pt>
          <cx:pt idx="2952">20.25</cx:pt>
          <cx:pt idx="2953">105.84999999999999</cx:pt>
          <cx:pt idx="2954">75.450000000000003</cx:pt>
          <cx:pt idx="2955">93.849999999999994</cx:pt>
          <cx:pt idx="2956">99</cx:pt>
          <cx:pt idx="2957">80.299999999999997</cx:pt>
          <cx:pt idx="2958">19.550000000000001</cx:pt>
          <cx:pt idx="2959">100.75</cx:pt>
          <cx:pt idx="2960">100.75</cx:pt>
          <cx:pt idx="2961">53.75</cx:pt>
          <cx:pt idx="2962">31</cx:pt>
          <cx:pt idx="2963">25.600000000000001</cx:pt>
          <cx:pt idx="2964">58.350000000000001</cx:pt>
          <cx:pt idx="2965">80</cx:pt>
          <cx:pt idx="2966">46.350000000000001</cx:pt>
          <cx:pt idx="2967">113.75</cx:pt>
          <cx:pt idx="2968">90.400000000000006</cx:pt>
          <cx:pt idx="2969">109.3</cx:pt>
          <cx:pt idx="2970">70.25</cx:pt>
          <cx:pt idx="2971">90.299999999999997</cx:pt>
          <cx:pt idx="2972">65.25</cx:pt>
          <cx:pt idx="2973">100.15000000000001</cx:pt>
          <cx:pt idx="2974">94.5</cx:pt>
          <cx:pt idx="2975">60.649999999999999</cx:pt>
          <cx:pt idx="2976">24.100000000000001</cx:pt>
          <cx:pt idx="2977">19.5</cx:pt>
          <cx:pt idx="2978">85.950000000000003</cx:pt>
          <cx:pt idx="2979">53.5</cx:pt>
          <cx:pt idx="2980">25.449999999999999</cx:pt>
          <cx:pt idx="2981">20.5</cx:pt>
          <cx:pt idx="2982">20.850000000000001</cx:pt>
          <cx:pt idx="2983">89.900000000000006</cx:pt>
          <cx:pt idx="2984">26</cx:pt>
          <cx:pt idx="2985">113.2</cx:pt>
          <cx:pt idx="2986">69.049999999999997</cx:pt>
          <cx:pt idx="2987">20.100000000000001</cx:pt>
          <cx:pt idx="2988">109.65000000000001</cx:pt>
          <cx:pt idx="2989">19.199999999999999</cx:pt>
          <cx:pt idx="2990">33.899999999999999</cx:pt>
          <cx:pt idx="2991">90</cx:pt>
          <cx:pt idx="2992">34</cx:pt>
          <cx:pt idx="2993">20.399999999999999</cx:pt>
          <cx:pt idx="2994">38.600000000000001</cx:pt>
          <cx:pt idx="2995">25.25</cx:pt>
          <cx:pt idx="2996">60.600000000000001</cx:pt>
          <cx:pt idx="2997">89.950000000000003</cx:pt>
          <cx:pt idx="2998">74.75</cx:pt>
          <cx:pt idx="2999">20.600000000000001</cx:pt>
          <cx:pt idx="3000">84.450000000000003</cx:pt>
          <cx:pt idx="3001">20.399999999999999</cx:pt>
          <cx:pt idx="3002">81.700000000000003</cx:pt>
          <cx:pt idx="3003">79.5</cx:pt>
          <cx:pt idx="3004">89.150000000000006</cx:pt>
          <cx:pt idx="3005">20.300000000000001</cx:pt>
          <cx:pt idx="3006">74.950000000000003</cx:pt>
          <cx:pt idx="3007">74.400000000000006</cx:pt>
          <cx:pt idx="3008">20</cx:pt>
          <cx:pt idx="3009">25</cx:pt>
          <cx:pt idx="3010">80.450000000000003</cx:pt>
          <cx:pt idx="3011">19.75</cx:pt>
          <cx:pt idx="3012">65.650000000000006</cx:pt>
          <cx:pt idx="3013">71</cx:pt>
          <cx:pt idx="3014">89.200000000000003</cx:pt>
          <cx:pt idx="3015">86.75</cx:pt>
          <cx:pt idx="3016">55.299999999999997</cx:pt>
          <cx:pt idx="3017">61.5</cx:pt>
          <cx:pt idx="3018">25.100000000000001</cx:pt>
          <cx:pt idx="3019">55.149999999999999</cx:pt>
          <cx:pt idx="3020">34.049999999999997</cx:pt>
          <cx:pt idx="3021">19.949999999999999</cx:pt>
          <cx:pt idx="3022">19.949999999999999</cx:pt>
          <cx:pt idx="3023">89.700000000000003</cx:pt>
          <cx:pt idx="3024">20.399999999999999</cx:pt>
          <cx:pt idx="3025">26.300000000000001</cx:pt>
          <cx:pt idx="3026">84.950000000000003</cx:pt>
          <cx:pt idx="3027">20.699999999999999</cx:pt>
          <cx:pt idx="3028">43.25</cx:pt>
          <cx:pt idx="3029">48.350000000000001</cx:pt>
          <cx:pt idx="3030">79.549999999999997</cx:pt>
          <cx:pt idx="3031">71.049999999999997</cx:pt>
          <cx:pt idx="3032">19.449999999999999</cx:pt>
          <cx:pt idx="3033">110.8</cx:pt>
          <cx:pt idx="3034">84.5</cx:pt>
          <cx:pt idx="3035">69.299999999999997</cx:pt>
          <cx:pt idx="3036">49.350000000000001</cx:pt>
          <cx:pt idx="3037">20.350000000000001</cx:pt>
          <cx:pt idx="3038">105.59999999999999</cx:pt>
          <cx:pt idx="3039">64.450000000000003</cx:pt>
          <cx:pt idx="3040">108.59999999999999</cx:pt>
          <cx:pt idx="3041">49.899999999999999</cx:pt>
          <cx:pt idx="3042">30.300000000000001</cx:pt>
          <cx:pt idx="3043">30.399999999999999</cx:pt>
          <cx:pt idx="3044">45.399999999999999</cx:pt>
          <cx:pt idx="3045">65.650000000000006</cx:pt>
          <cx:pt idx="3046">103.3</cx:pt>
          <cx:pt idx="3047">84.150000000000006</cx:pt>
          <cx:pt idx="3048">44.450000000000003</cx:pt>
          <cx:pt idx="3049">19.75</cx:pt>
          <cx:pt idx="3050">85.400000000000006</cx:pt>
          <cx:pt idx="3051">89.900000000000006</cx:pt>
          <cx:pt idx="3052">55.049999999999997</cx:pt>
          <cx:pt idx="3053">104.09999999999999</cx:pt>
          <cx:pt idx="3054">106.59999999999999</cx:pt>
          <cx:pt idx="3055">75.200000000000003</cx:pt>
          <cx:pt idx="3056">70.5</cx:pt>
          <cx:pt idx="3057">19.600000000000001</cx:pt>
          <cx:pt idx="3058">55.850000000000001</cx:pt>
          <cx:pt idx="3059">24.050000000000001</cx:pt>
          <cx:pt idx="3060">38.100000000000001</cx:pt>
          <cx:pt idx="3061">106.40000000000001</cx:pt>
          <cx:pt idx="3062">34.25</cx:pt>
          <cx:pt idx="3063">100.05</cx:pt>
          <cx:pt idx="3064">68.650000000000006</cx:pt>
          <cx:pt idx="3065">45.799999999999997</cx:pt>
          <cx:pt idx="3066">75.75</cx:pt>
          <cx:pt idx="3067">84.400000000000006</cx:pt>
          <cx:pt idx="3068">96.400000000000006</cx:pt>
          <cx:pt idx="3069">20.550000000000001</cx:pt>
          <cx:pt idx="3070">50.950000000000003</cx:pt>
          <cx:pt idx="3071">90.5</cx:pt>
          <cx:pt idx="3072">79.400000000000006</cx:pt>
          <cx:pt idx="3073">58.75</cx:pt>
          <cx:pt idx="3074">59.450000000000003</cx:pt>
          <cx:pt idx="3075">105.7</cx:pt>
          <cx:pt idx="3076">56.25</cx:pt>
          <cx:pt idx="3077">53.299999999999997</cx:pt>
          <cx:pt idx="3078">85.549999999999997</cx:pt>
          <cx:pt idx="3079">68.650000000000006</cx:pt>
          <cx:pt idx="3080">24.300000000000001</cx:pt>
          <cx:pt idx="3081">77.849999999999994</cx:pt>
          <cx:pt idx="3082">59.899999999999999</cx:pt>
          <cx:pt idx="3083">23.949999999999999</cx:pt>
          <cx:pt idx="3084">20.149999999999999</cx:pt>
          <cx:pt idx="3085">105.34999999999999</cx:pt>
          <cx:pt idx="3086">95.650000000000006</cx:pt>
          <cx:pt idx="3087">87.049999999999997</cx:pt>
          <cx:pt idx="3088">81</cx:pt>
          <cx:pt idx="3089">82.450000000000003</cx:pt>
          <cx:pt idx="3090">53.5</cx:pt>
          <cx:pt idx="3091">20.5</cx:pt>
          <cx:pt idx="3092">25.100000000000001</cx:pt>
          <cx:pt idx="3093">54.399999999999999</cx:pt>
          <cx:pt idx="3094">58.600000000000001</cx:pt>
          <cx:pt idx="3095">84.799999999999997</cx:pt>
          <cx:pt idx="3096">61.399999999999999</cx:pt>
          <cx:pt idx="3097">20.399999999999999</cx:pt>
          <cx:pt idx="3098">79.650000000000006</cx:pt>
          <cx:pt idx="3099">20.149999999999999</cx:pt>
          <cx:pt idx="3100">94.450000000000003</cx:pt>
          <cx:pt idx="3101">79.799999999999997</cx:pt>
          <cx:pt idx="3102">54.200000000000003</cx:pt>
          <cx:pt idx="3103">19.449999999999999</cx:pt>
          <cx:pt idx="3104">74.049999999999997</cx:pt>
          <cx:pt idx="3105">49.149999999999999</cx:pt>
          <cx:pt idx="3106">19.399999999999999</cx:pt>
          <cx:pt idx="3107">113.65000000000001</cx:pt>
          <cx:pt idx="3108">106</cx:pt>
          <cx:pt idx="3109">25.949999999999999</cx:pt>
          <cx:pt idx="3110">19.100000000000001</cx:pt>
          <cx:pt idx="3111">103.40000000000001</cx:pt>
          <cx:pt idx="3112">100.55</cx:pt>
          <cx:pt idx="3113">95.400000000000006</cx:pt>
          <cx:pt idx="3114">75.150000000000006</cx:pt>
          <cx:pt idx="3115">84.450000000000003</cx:pt>
          <cx:pt idx="3116">89.150000000000006</cx:pt>
          <cx:pt idx="3117">107.90000000000001</cx:pt>
          <cx:pt idx="3118">19.5</cx:pt>
          <cx:pt idx="3119">85.950000000000003</cx:pt>
          <cx:pt idx="3120">24.949999999999999</cx:pt>
          <cx:pt idx="3121">59.399999999999999</cx:pt>
          <cx:pt idx="3122">19.5</cx:pt>
          <cx:pt idx="3123">69.950000000000003</cx:pt>
          <cx:pt idx="3124">82.849999999999994</cx:pt>
          <cx:pt idx="3125">19</cx:pt>
          <cx:pt idx="3126">38.850000000000001</cx:pt>
          <cx:pt idx="3127">30.600000000000001</cx:pt>
          <cx:pt idx="3128">20.350000000000001</cx:pt>
          <cx:pt idx="3129">95</cx:pt>
          <cx:pt idx="3130">74.400000000000006</cx:pt>
          <cx:pt idx="3131">78.450000000000003</cx:pt>
          <cx:pt idx="3132">74.299999999999997</cx:pt>
          <cx:pt idx="3133">51.049999999999997</cx:pt>
          <cx:pt idx="3134">19.199999999999999</cx:pt>
          <cx:pt idx="3135">99.549999999999997</cx:pt>
          <cx:pt idx="3136">70</cx:pt>
          <cx:pt idx="3137">109.09999999999999</cx:pt>
          <cx:pt idx="3138">45.299999999999997</cx:pt>
          <cx:pt idx="3139">29.850000000000001</cx:pt>
          <cx:pt idx="3140">76.450000000000003</cx:pt>
          <cx:pt idx="3141">95.099999999999994</cx:pt>
          <cx:pt idx="3142">19.800000000000001</cx:pt>
          <cx:pt idx="3143">72.799999999999997</cx:pt>
          <cx:pt idx="3144">18.949999999999999</cx:pt>
          <cx:pt idx="3145">76.650000000000006</cx:pt>
          <cx:pt idx="3146">99.150000000000006</cx:pt>
          <cx:pt idx="3147">101.75</cx:pt>
          <cx:pt idx="3148">75.450000000000003</cx:pt>
          <cx:pt idx="3149">64.099999999999994</cx:pt>
          <cx:pt idx="3150">25.649999999999999</cx:pt>
          <cx:pt idx="3151">75.099999999999994</cx:pt>
          <cx:pt idx="3152">95.849999999999994</cx:pt>
          <cx:pt idx="3153">54.399999999999999</cx:pt>
          <cx:pt idx="3154">72.75</cx:pt>
          <cx:pt idx="3155">19.850000000000001</cx:pt>
          <cx:pt idx="3156">19.050000000000001</cx:pt>
          <cx:pt idx="3157">44.950000000000003</cx:pt>
          <cx:pt idx="3158">49.549999999999997</cx:pt>
          <cx:pt idx="3159">94.849999999999994</cx:pt>
          <cx:pt idx="3160">46.25</cx:pt>
          <cx:pt idx="3161">19.350000000000001</cx:pt>
          <cx:pt idx="3162">69.599999999999994</cx:pt>
          <cx:pt idx="3163">90.700000000000003</cx:pt>
          <cx:pt idx="3164">101.40000000000001</cx:pt>
          <cx:pt idx="3165">20.25</cx:pt>
          <cx:pt idx="3166">48.799999999999997</cx:pt>
          <cx:pt idx="3167">74.349999999999994</cx:pt>
          <cx:pt idx="3168">19.350000000000001</cx:pt>
          <cx:pt idx="3169">68.75</cx:pt>
          <cx:pt idx="3170">100.2</cx:pt>
          <cx:pt idx="3171">20.850000000000001</cx:pt>
          <cx:pt idx="3172">95.900000000000006</cx:pt>
          <cx:pt idx="3173">19.350000000000001</cx:pt>
          <cx:pt idx="3174">45</cx:pt>
          <cx:pt idx="3175">81.5</cx:pt>
          <cx:pt idx="3176">25.5</cx:pt>
          <cx:pt idx="3177">48.899999999999999</cx:pt>
          <cx:pt idx="3178">84.099999999999994</cx:pt>
          <cx:pt idx="3179">19.600000000000001</cx:pt>
          <cx:pt idx="3180">20</cx:pt>
          <cx:pt idx="3181">81.299999999999997</cx:pt>
          <cx:pt idx="3182">95.200000000000003</cx:pt>
          <cx:pt idx="3183">36.450000000000003</cx:pt>
          <cx:pt idx="3184">83.299999999999997</cx:pt>
          <cx:pt idx="3185">25.050000000000001</cx:pt>
          <cx:pt idx="3186">20.300000000000001</cx:pt>
          <cx:pt idx="3187">89.849999999999994</cx:pt>
          <cx:pt idx="3188">49.850000000000001</cx:pt>
          <cx:pt idx="3189">19.800000000000001</cx:pt>
          <cx:pt idx="3190">54.649999999999999</cx:pt>
          <cx:pt idx="3191">29.350000000000001</cx:pt>
          <cx:pt idx="3192">19.149999999999999</cx:pt>
          <cx:pt idx="3193">19.100000000000001</cx:pt>
          <cx:pt idx="3194">55.549999999999997</cx:pt>
          <cx:pt idx="3195">80.549999999999997</cx:pt>
          <cx:pt idx="3196">20.25</cx:pt>
          <cx:pt idx="3197">69.5</cx:pt>
          <cx:pt idx="3198">106</cx:pt>
          <cx:pt idx="3199">25.5</cx:pt>
          <cx:pt idx="3200">104.3</cx:pt>
          <cx:pt idx="3201">79.599999999999994</cx:pt>
          <cx:pt idx="3202">55.25</cx:pt>
          <cx:pt idx="3203">88.049999999999997</cx:pt>
          <cx:pt idx="3204">20.399999999999999</cx:pt>
          <cx:pt idx="3205">117.59999999999999</cx:pt>
          <cx:pt idx="3206">20</cx:pt>
          <cx:pt idx="3207">19.649999999999999</cx:pt>
          <cx:pt idx="3208">70.549999999999997</cx:pt>
          <cx:pt idx="3209">93.849999999999994</cx:pt>
          <cx:pt idx="3210">65.799999999999997</cx:pt>
          <cx:pt idx="3211">20.050000000000001</cx:pt>
          <cx:pt idx="3212">80</cx:pt>
          <cx:pt idx="3213">35.399999999999999</cx:pt>
          <cx:pt idx="3214">79.599999999999994</cx:pt>
          <cx:pt idx="3215">80.25</cx:pt>
          <cx:pt idx="3216">50.450000000000003</cx:pt>
          <cx:pt idx="3217">20.449999999999999</cx:pt>
          <cx:pt idx="3218">79.599999999999994</cx:pt>
          <cx:pt idx="3219">24.699999999999999</cx:pt>
          <cx:pt idx="3220">77.299999999999997</cx:pt>
          <cx:pt idx="3221">29.75</cx:pt>
          <cx:pt idx="3222">44.899999999999999</cx:pt>
          <cx:pt idx="3223">29.800000000000001</cx:pt>
          <cx:pt idx="3224">74.650000000000006</cx:pt>
          <cx:pt idx="3225">71.950000000000003</cx:pt>
          <cx:pt idx="3226">20.75</cx:pt>
          <cx:pt idx="3227">56.299999999999997</cx:pt>
          <cx:pt idx="3228">105.25</cx:pt>
          <cx:pt idx="3229">94.200000000000003</cx:pt>
          <cx:pt idx="3230">19.550000000000001</cx:pt>
          <cx:pt idx="3231">84.450000000000003</cx:pt>
          <cx:pt idx="3232">53.649999999999999</cx:pt>
          <cx:pt idx="3233">29.899999999999999</cx:pt>
          <cx:pt idx="3234">19.699999999999999</cx:pt>
          <cx:pt idx="3235">43.700000000000003</cx:pt>
          <cx:pt idx="3236">55.299999999999997</cx:pt>
          <cx:pt idx="3237">19.850000000000001</cx:pt>
          <cx:pt idx="3238">19.649999999999999</cx:pt>
          <cx:pt idx="3239">49.450000000000003</cx:pt>
          <cx:pt idx="3240">106.55</cx:pt>
          <cx:pt idx="3241">20.100000000000001</cx:pt>
          <cx:pt idx="3242">20.449999999999999</cx:pt>
          <cx:pt idx="3243">39.700000000000003</cx:pt>
          <cx:pt idx="3244">54.5</cx:pt>
          <cx:pt idx="3245">83.799999999999997</cx:pt>
          <cx:pt idx="3246">55.149999999999999</cx:pt>
          <cx:pt idx="3247">111.59999999999999</cx:pt>
          <cx:pt idx="3248">86.650000000000006</cx:pt>
          <cx:pt idx="3249">55.549999999999997</cx:pt>
          <cx:pt idx="3250">20.550000000000001</cx:pt>
          <cx:pt idx="3251">106.75</cx:pt>
          <cx:pt idx="3252">62.100000000000001</cx:pt>
          <cx:pt idx="3253">104.5</cx:pt>
          <cx:pt idx="3254">101.8</cx:pt>
          <cx:pt idx="3255">110.59999999999999</cx:pt>
          <cx:pt idx="3256">84.900000000000006</cx:pt>
          <cx:pt idx="3257">93.200000000000003</cx:pt>
          <cx:pt idx="3258">24.399999999999999</cx:pt>
          <cx:pt idx="3259">70.549999999999997</cx:pt>
          <cx:pt idx="3260">78.450000000000003</cx:pt>
          <cx:pt idx="3261">85</cx:pt>
          <cx:pt idx="3262">87.450000000000003</cx:pt>
          <cx:pt idx="3263">85.799999999999997</cx:pt>
          <cx:pt idx="3264">91.099999999999994</cx:pt>
          <cx:pt idx="3265">70.75</cx:pt>
          <cx:pt idx="3266">20.100000000000001</cx:pt>
          <cx:pt idx="3267">20.050000000000001</cx:pt>
          <cx:pt idx="3268">74.799999999999997</cx:pt>
          <cx:pt idx="3269">24.800000000000001</cx:pt>
          <cx:pt idx="3270">100.84999999999999</cx:pt>
          <cx:pt idx="3271">101.34999999999999</cx:pt>
          <cx:pt idx="3272">81.700000000000003</cx:pt>
          <cx:pt idx="3273">68.25</cx:pt>
          <cx:pt idx="3274">105.09999999999999</cx:pt>
          <cx:pt idx="3275">20.399999999999999</cx:pt>
          <cx:pt idx="3276">79.150000000000006</cx:pt>
          <cx:pt idx="3277">20</cx:pt>
          <cx:pt idx="3278">79.400000000000006</cx:pt>
          <cx:pt idx="3279">57.200000000000003</cx:pt>
          <cx:pt idx="3280">58.600000000000001</cx:pt>
          <cx:pt idx="3281">94.799999999999997</cx:pt>
          <cx:pt idx="3282">102.5</cx:pt>
          <cx:pt idx="3283">20.350000000000001</cx:pt>
          <cx:pt idx="3284">84.900000000000006</cx:pt>
          <cx:pt idx="3285">69.200000000000003</cx:pt>
          <cx:pt idx="3286">95.450000000000003</cx:pt>
          <cx:pt idx="3287">100.95</cx:pt>
          <cx:pt idx="3288">20.850000000000001</cx:pt>
          <cx:pt idx="3289">88.5</cx:pt>
          <cx:pt idx="3290">35</cx:pt>
          <cx:pt idx="3291">55.149999999999999</cx:pt>
          <cx:pt idx="3292">50.950000000000003</cx:pt>
          <cx:pt idx="3293">64</cx:pt>
          <cx:pt idx="3294">69.099999999999994</cx:pt>
          <cx:pt idx="3295">80.200000000000003</cx:pt>
          <cx:pt idx="3296">49.299999999999997</cx:pt>
          <cx:pt idx="3297">84.349999999999994</cx:pt>
          <cx:pt idx="3298">20.050000000000001</cx:pt>
          <cx:pt idx="3299">117.2</cx:pt>
          <cx:pt idx="3300">20.100000000000001</cx:pt>
          <cx:pt idx="3301">69.599999999999994</cx:pt>
          <cx:pt idx="3302">103.45</cx:pt>
          <cx:pt idx="3303">77.950000000000003</cx:pt>
          <cx:pt idx="3304">109.95</cx:pt>
          <cx:pt idx="3305">94.75</cx:pt>
          <cx:pt idx="3306">80</cx:pt>
          <cx:pt idx="3307">79.650000000000006</cx:pt>
          <cx:pt idx="3308">25.199999999999999</cx:pt>
          <cx:pt idx="3309">19.899999999999999</cx:pt>
          <cx:pt idx="3310">78.450000000000003</cx:pt>
          <cx:pt idx="3311">44.799999999999997</cx:pt>
          <cx:pt idx="3312">20.300000000000001</cx:pt>
          <cx:pt idx="3313">19.199999999999999</cx:pt>
          <cx:pt idx="3314">80.049999999999997</cx:pt>
          <cx:pt idx="3315">107.34999999999999</cx:pt>
          <cx:pt idx="3316">47.850000000000001</cx:pt>
          <cx:pt idx="3317">70.799999999999997</cx:pt>
          <cx:pt idx="3318">29.5</cx:pt>
          <cx:pt idx="3319">70.75</cx:pt>
          <cx:pt idx="3320">59.100000000000001</cx:pt>
          <cx:pt idx="3321">25.550000000000001</cx:pt>
          <cx:pt idx="3322">84.450000000000003</cx:pt>
          <cx:pt idx="3323">20.25</cx:pt>
          <cx:pt idx="3324">75.549999999999997</cx:pt>
          <cx:pt idx="3325">85.650000000000006</cx:pt>
          <cx:pt idx="3326">70.150000000000006</cx:pt>
          <cx:pt idx="3327">95.299999999999997</cx:pt>
          <cx:pt idx="3328">70.25</cx:pt>
          <cx:pt idx="3329">50.299999999999997</cx:pt>
          <cx:pt idx="3330">97.799999999999997</cx:pt>
          <cx:pt idx="3331">19.850000000000001</cx:pt>
          <cx:pt idx="3332">46.299999999999997</cx:pt>
          <cx:pt idx="3333">19.350000000000001</cx:pt>
          <cx:pt idx="3334">106.3</cx:pt>
          <cx:pt idx="3335">25</cx:pt>
          <cx:pt idx="3336">20.300000000000001</cx:pt>
          <cx:pt idx="3337">75.349999999999994</cx:pt>
          <cx:pt idx="3338">89.400000000000006</cx:pt>
          <cx:pt idx="3339">88</cx:pt>
          <cx:pt idx="3340">83.150000000000006</cx:pt>
          <cx:pt idx="3341">43.799999999999997</cx:pt>
          <cx:pt idx="3342">62.049999999999997</cx:pt>
          <cx:pt idx="3343">20.100000000000001</cx:pt>
          <cx:pt idx="3344">74.150000000000006</cx:pt>
          <cx:pt idx="3345">101.34999999999999</cx:pt>
          <cx:pt idx="3346">84.049999999999997</cx:pt>
          <cx:pt idx="3347">20.899999999999999</cx:pt>
          <cx:pt idx="3348">105.90000000000001</cx:pt>
          <cx:pt idx="3349">99.5</cx:pt>
          <cx:pt idx="3350">44.149999999999999</cx:pt>
          <cx:pt idx="3351">53.899999999999999</cx:pt>
          <cx:pt idx="3352">85.450000000000003</cx:pt>
          <cx:pt idx="3353">85.049999999999997</cx:pt>
          <cx:pt idx="3354">44.100000000000001</cx:pt>
          <cx:pt idx="3355">90.200000000000003</cx:pt>
          <cx:pt idx="3356">50.850000000000001</cx:pt>
          <cx:pt idx="3357">59.200000000000003</cx:pt>
          <cx:pt idx="3358">53.450000000000003</cx:pt>
          <cx:pt idx="3359">19.949999999999999</cx:pt>
          <cx:pt idx="3360">83.200000000000003</cx:pt>
          <cx:pt idx="3361">74.650000000000006</cx:pt>
          <cx:pt idx="3362">54.899999999999999</cx:pt>
          <cx:pt idx="3363">57.5</cx:pt>
          <cx:pt idx="3364">103.90000000000001</cx:pt>
          <cx:pt idx="3365">19.649999999999999</cx:pt>
          <cx:pt idx="3366">93.799999999999997</cx:pt>
          <cx:pt idx="3367">89.25</cx:pt>
          <cx:pt idx="3368">94.150000000000006</cx:pt>
          <cx:pt idx="3369">55.600000000000001</cx:pt>
          <cx:pt idx="3370">48.700000000000003</cx:pt>
          <cx:pt idx="3371">19.25</cx:pt>
          <cx:pt idx="3372">104.90000000000001</cx:pt>
          <cx:pt idx="3373">75.450000000000003</cx:pt>
          <cx:pt idx="3374">54.850000000000001</cx:pt>
          <cx:pt idx="3375">19.899999999999999</cx:pt>
          <cx:pt idx="3376">19.399999999999999</cx:pt>
          <cx:pt idx="3377">25.050000000000001</cx:pt>
          <cx:pt idx="3378">84.450000000000003</cx:pt>
          <cx:pt idx="3379">19.300000000000001</cx:pt>
          <cx:pt idx="3380">95.099999999999994</cx:pt>
          <cx:pt idx="3381">79.849999999999994</cx:pt>
          <cx:pt idx="3382">25.550000000000001</cx:pt>
          <cx:pt idx="3383">75.5</cx:pt>
          <cx:pt idx="3384">73.75</cx:pt>
          <cx:pt idx="3385">96.049999999999997</cx:pt>
          <cx:pt idx="3386">68.400000000000006</cx:pt>
          <cx:pt idx="3387">20.649999999999999</cx:pt>
          <cx:pt idx="3388">55.149999999999999</cx:pt>
          <cx:pt idx="3389">70.599999999999994</cx:pt>
          <cx:pt idx="3390">19.949999999999999</cx:pt>
          <cx:pt idx="3391">19</cx:pt>
          <cx:pt idx="3392">44.100000000000001</cx:pt>
          <cx:pt idx="3393">107.59999999999999</cx:pt>
          <cx:pt idx="3394">61.549999999999997</cx:pt>
          <cx:pt idx="3395">90.700000000000003</cx:pt>
          <cx:pt idx="3396">99.25</cx:pt>
          <cx:pt idx="3397">91.700000000000003</cx:pt>
          <cx:pt idx="3398">100.7</cx:pt>
          <cx:pt idx="3399">78.450000000000003</cx:pt>
          <cx:pt idx="3400">84.299999999999997</cx:pt>
          <cx:pt idx="3401">19.550000000000001</cx:pt>
          <cx:pt idx="3402">88.950000000000003</cx:pt>
          <cx:pt idx="3403">20.449999999999999</cx:pt>
          <cx:pt idx="3404">55.600000000000001</cx:pt>
          <cx:pt idx="3405">86.799999999999997</cx:pt>
          <cx:pt idx="3406">20.949999999999999</cx:pt>
          <cx:pt idx="3407">20.050000000000001</cx:pt>
          <cx:pt idx="3408">50.700000000000003</cx:pt>
          <cx:pt idx="3409">113.65000000000001</cx:pt>
          <cx:pt idx="3410">53.399999999999999</cx:pt>
          <cx:pt idx="3411">101.90000000000001</cx:pt>
          <cx:pt idx="3412">59.5</cx:pt>
          <cx:pt idx="3413">87.799999999999997</cx:pt>
          <cx:pt idx="3414">41.899999999999999</cx:pt>
          <cx:pt idx="3415">83</cx:pt>
          <cx:pt idx="3416">69.849999999999994</cx:pt>
          <cx:pt idx="3417">56.299999999999997</cx:pt>
          <cx:pt idx="3418">109.55</cx:pt>
          <cx:pt idx="3419">92.150000000000006</cx:pt>
          <cx:pt idx="3420">69.5</cx:pt>
          <cx:pt idx="3421">97</cx:pt>
          <cx:pt idx="3422">58.350000000000001</cx:pt>
          <cx:pt idx="3423">50.600000000000001</cx:pt>
          <cx:pt idx="3424">89.5</cx:pt>
          <cx:pt idx="3425">70.400000000000006</cx:pt>
          <cx:pt idx="3426">69.799999999999997</cx:pt>
          <cx:pt idx="3427">94.299999999999997</cx:pt>
          <cx:pt idx="3428">93.799999999999997</cx:pt>
          <cx:pt idx="3429">19.550000000000001</cx:pt>
          <cx:pt idx="3430">95.950000000000003</cx:pt>
          <cx:pt idx="3431">101.05</cx:pt>
          <cx:pt idx="3432">94.799999999999997</cx:pt>
          <cx:pt idx="3433">107.75</cx:pt>
          <cx:pt idx="3434">54.600000000000001</cx:pt>
          <cx:pt idx="3435">71.299999999999997</cx:pt>
          <cx:pt idx="3436">19.5</cx:pt>
          <cx:pt idx="3437">56.299999999999997</cx:pt>
          <cx:pt idx="3438">94.700000000000003</cx:pt>
          <cx:pt idx="3439">104.15000000000001</cx:pt>
          <cx:pt idx="3440">90.549999999999997</cx:pt>
          <cx:pt idx="3441">60.799999999999997</cx:pt>
          <cx:pt idx="3442">98.799999999999997</cx:pt>
          <cx:pt idx="3443">98.150000000000006</cx:pt>
          <cx:pt idx="3444">35.350000000000001</cx:pt>
          <cx:pt idx="3445">103.15000000000001</cx:pt>
          <cx:pt idx="3446">107.75</cx:pt>
          <cx:pt idx="3447">81.400000000000006</cx:pt>
          <cx:pt idx="3448">61.450000000000003</cx:pt>
          <cx:pt idx="3449">95.700000000000003</cx:pt>
          <cx:pt idx="3450">104.8</cx:pt>
          <cx:pt idx="3451">70.950000000000003</cx:pt>
          <cx:pt idx="3452">44.950000000000003</cx:pt>
          <cx:pt idx="3453">97.650000000000006</cx:pt>
          <cx:pt idx="3454">35.649999999999999</cx:pt>
          <cx:pt idx="3455">90.549999999999997</cx:pt>
          <cx:pt idx="3456">85.25</cx:pt>
          <cx:pt idx="3457">19.5</cx:pt>
          <cx:pt idx="3458">88.799999999999997</cx:pt>
          <cx:pt idx="3459">25.100000000000001</cx:pt>
          <cx:pt idx="3460">100.05</cx:pt>
          <cx:pt idx="3461">55.700000000000003</cx:pt>
          <cx:pt idx="3462">85.200000000000003</cx:pt>
          <cx:pt idx="3463">91.150000000000006</cx:pt>
          <cx:pt idx="3464">83.849999999999994</cx:pt>
          <cx:pt idx="3465">45.899999999999999</cx:pt>
          <cx:pt idx="3466">25.100000000000001</cx:pt>
          <cx:pt idx="3467">91.400000000000006</cx:pt>
          <cx:pt idx="3468">19.699999999999999</cx:pt>
          <cx:pt idx="3469">91.5</cx:pt>
          <cx:pt idx="3470">51.299999999999997</cx:pt>
          <cx:pt idx="3471">21.100000000000001</cx:pt>
          <cx:pt idx="3472">104.75</cx:pt>
          <cx:pt idx="3473">106.15000000000001</cx:pt>
          <cx:pt idx="3474">85.75</cx:pt>
          <cx:pt idx="3475">20.300000000000001</cx:pt>
          <cx:pt idx="3476">100.75</cx:pt>
          <cx:pt idx="3477">74.150000000000006</cx:pt>
          <cx:pt idx="3478">78.549999999999997</cx:pt>
          <cx:pt idx="3479">45.299999999999997</cx:pt>
          <cx:pt idx="3480">19.850000000000001</cx:pt>
          <cx:pt idx="3481">50.700000000000003</cx:pt>
          <cx:pt idx="3482">45</cx:pt>
          <cx:pt idx="3483">77.799999999999997</cx:pt>
          <cx:pt idx="3484">83.450000000000003</cx:pt>
          <cx:pt idx="3485">73.25</cx:pt>
          <cx:pt idx="3486">94.799999999999997</cx:pt>
          <cx:pt idx="3487">20.100000000000001</cx:pt>
          <cx:pt idx="3488">59.899999999999999</cx:pt>
          <cx:pt idx="3489">90.099999999999994</cx:pt>
          <cx:pt idx="3490">51.049999999999997</cx:pt>
          <cx:pt idx="3491">70.950000000000003</cx:pt>
          <cx:pt idx="3492">29.199999999999999</cx:pt>
          <cx:pt idx="3493">46.600000000000001</cx:pt>
          <cx:pt idx="3494">85.349999999999994</cx:pt>
          <cx:pt idx="3495">75.349999999999994</cx:pt>
          <cx:pt idx="3496">74.299999999999997</cx:pt>
          <cx:pt idx="3497">69.299999999999997</cx:pt>
          <cx:pt idx="3498">75.200000000000003</cx:pt>
          <cx:pt idx="3499">20.899999999999999</cx:pt>
          <cx:pt idx="3500">94.299999999999997</cx:pt>
          <cx:pt idx="3501">76.450000000000003</cx:pt>
          <cx:pt idx="3502">54</cx:pt>
          <cx:pt idx="3503">104.25</cx:pt>
          <cx:pt idx="3504">19.949999999999999</cx:pt>
          <cx:pt idx="3505">24.949999999999999</cx:pt>
          <cx:pt idx="3506">84.75</cx:pt>
          <cx:pt idx="3507">19.75</cx:pt>
          <cx:pt idx="3508">113.65000000000001</cx:pt>
          <cx:pt idx="3509">44.899999999999999</cx:pt>
          <cx:pt idx="3510">75.25</cx:pt>
          <cx:pt idx="3511">24.600000000000001</cx:pt>
          <cx:pt idx="3512">25</cx:pt>
          <cx:pt idx="3513">20.949999999999999</cx:pt>
          <cx:pt idx="3514">110.59999999999999</cx:pt>
          <cx:pt idx="3515">55.5</cx:pt>
          <cx:pt idx="3516">43.299999999999997</cx:pt>
          <cx:pt idx="3517">109.5</cx:pt>
          <cx:pt idx="3518">19.449999999999999</cx:pt>
          <cx:pt idx="3519">84.849999999999994</cx:pt>
          <cx:pt idx="3520">19.600000000000001</cx:pt>
          <cx:pt idx="3521">53.450000000000003</cx:pt>
          <cx:pt idx="3522">19.800000000000001</cx:pt>
          <cx:pt idx="3523">112.09999999999999</cx:pt>
          <cx:pt idx="3524">84.799999999999997</cx:pt>
          <cx:pt idx="3525">95.049999999999997</cx:pt>
          <cx:pt idx="3526">50.350000000000001</cx:pt>
          <cx:pt idx="3527">74.599999999999994</cx:pt>
          <cx:pt idx="3528">19.699999999999999</cx:pt>
          <cx:pt idx="3529">74.200000000000003</cx:pt>
          <cx:pt idx="3530">69</cx:pt>
          <cx:pt idx="3531">19.350000000000001</cx:pt>
          <cx:pt idx="3532">59.450000000000003</cx:pt>
          <cx:pt idx="3533">19.800000000000001</cx:pt>
          <cx:pt idx="3534">105.2</cx:pt>
          <cx:pt idx="3535">109.2</cx:pt>
          <cx:pt idx="3536">79.150000000000006</cx:pt>
          <cx:pt idx="3537">53.649999999999999</cx:pt>
          <cx:pt idx="3538">100.2</cx:pt>
          <cx:pt idx="3539">45.149999999999999</cx:pt>
          <cx:pt idx="3540">108.65000000000001</cx:pt>
          <cx:pt idx="3541">40.649999999999999</cx:pt>
          <cx:pt idx="3542">55.350000000000001</cx:pt>
          <cx:pt idx="3543">105.59999999999999</cx:pt>
          <cx:pt idx="3544">93.799999999999997</cx:pt>
          <cx:pt idx="3545">95.700000000000003</cx:pt>
          <cx:pt idx="3546">83.200000000000003</cx:pt>
          <cx:pt idx="3547">90.049999999999997</cx:pt>
          <cx:pt idx="3548">97.650000000000006</cx:pt>
          <cx:pt idx="3549">68.049999999999997</cx:pt>
          <cx:pt idx="3550">96.200000000000003</cx:pt>
          <cx:pt idx="3551">79.599999999999994</cx:pt>
          <cx:pt idx="3552">102.09999999999999</cx:pt>
          <cx:pt idx="3553">23.399999999999999</cx:pt>
          <cx:pt idx="3554">71.049999999999997</cx:pt>
          <cx:pt idx="3555">85.25</cx:pt>
          <cx:pt idx="3556">19.449999999999999</cx:pt>
          <cx:pt idx="3557">59.450000000000003</cx:pt>
          <cx:pt idx="3558">92.200000000000003</cx:pt>
          <cx:pt idx="3559">19.850000000000001</cx:pt>
          <cx:pt idx="3560">43.899999999999999</cx:pt>
          <cx:pt idx="3561">80.5</cx:pt>
          <cx:pt idx="3562">89.799999999999997</cx:pt>
          <cx:pt idx="3563">90.5</cx:pt>
          <cx:pt idx="3564">90.450000000000003</cx:pt>
          <cx:pt idx="3565">50.75</cx:pt>
          <cx:pt idx="3566">84.599999999999994</cx:pt>
          <cx:pt idx="3567">89.650000000000006</cx:pt>
          <cx:pt idx="3568">99.150000000000006</cx:pt>
          <cx:pt idx="3569">19.949999999999999</cx:pt>
          <cx:pt idx="3570">20.5</cx:pt>
          <cx:pt idx="3571">62.100000000000001</cx:pt>
          <cx:pt idx="3572">79.5</cx:pt>
          <cx:pt idx="3573">19.550000000000001</cx:pt>
          <cx:pt idx="3574">20.350000000000001</cx:pt>
          <cx:pt idx="3575">51.700000000000003</cx:pt>
          <cx:pt idx="3576">23.300000000000001</cx:pt>
          <cx:pt idx="3577">65.400000000000006</cx:pt>
          <cx:pt idx="3578">65.099999999999994</cx:pt>
          <cx:pt idx="3579">81.200000000000003</cx:pt>
          <cx:pt idx="3580">72.900000000000006</cx:pt>
          <cx:pt idx="3581">74.5</cx:pt>
          <cx:pt idx="3582">80.5</cx:pt>
          <cx:pt idx="3583">60.299999999999997</cx:pt>
          <cx:pt idx="3584">75</cx:pt>
          <cx:pt idx="3585">90.150000000000006</cx:pt>
          <cx:pt idx="3586">40</cx:pt>
          <cx:pt idx="3587">99.450000000000003</cx:pt>
          <cx:pt idx="3588">69.049999999999997</cx:pt>
          <cx:pt idx="3589">59.700000000000003</cx:pt>
          <cx:pt idx="3590">19.850000000000001</cx:pt>
          <cx:pt idx="3591">86.25</cx:pt>
          <cx:pt idx="3592">45.649999999999999</cx:pt>
          <cx:pt idx="3593">70.099999999999994</cx:pt>
          <cx:pt idx="3594">40.75</cx:pt>
          <cx:pt idx="3595">70.200000000000003</cx:pt>
          <cx:pt idx="3596">55.350000000000001</cx:pt>
          <cx:pt idx="3597">95.700000000000003</cx:pt>
          <cx:pt idx="3598">46.299999999999997</cx:pt>
          <cx:pt idx="3599">81.299999999999997</cx:pt>
          <cx:pt idx="3600">84.200000000000003</cx:pt>
          <cx:pt idx="3601">20</cx:pt>
          <cx:pt idx="3602">66.150000000000006</cx:pt>
          <cx:pt idx="3603">45.850000000000001</cx:pt>
          <cx:pt idx="3604">19.600000000000001</cx:pt>
          <cx:pt idx="3605">49.799999999999997</cx:pt>
          <cx:pt idx="3606">101.75</cx:pt>
          <cx:pt idx="3607">55.149999999999999</cx:pt>
          <cx:pt idx="3608">75.25</cx:pt>
          <cx:pt idx="3609">103.95</cx:pt>
          <cx:pt idx="3610">100.15000000000001</cx:pt>
          <cx:pt idx="3611">99.650000000000006</cx:pt>
          <cx:pt idx="3612">73.700000000000003</cx:pt>
          <cx:pt idx="3613">50.049999999999997</cx:pt>
          <cx:pt idx="3614">60.25</cx:pt>
          <cx:pt idx="3615">105.75</cx:pt>
          <cx:pt idx="3616">87.299999999999997</cx:pt>
          <cx:pt idx="3617">48.350000000000001</cx:pt>
          <cx:pt idx="3618">54.25</cx:pt>
          <cx:pt idx="3619">85.299999999999997</cx:pt>
          <cx:pt idx="3620">50</cx:pt>
          <cx:pt idx="3621">24.399999999999999</cx:pt>
          <cx:pt idx="3622">90.950000000000003</cx:pt>
          <cx:pt idx="3623">72.25</cx:pt>
          <cx:pt idx="3624">96.099999999999994</cx:pt>
          <cx:pt idx="3625">19.850000000000001</cx:pt>
          <cx:pt idx="3626">55.299999999999997</cx:pt>
          <cx:pt idx="3627">20.100000000000001</cx:pt>
          <cx:pt idx="3628">69.5</cx:pt>
          <cx:pt idx="3629">25.149999999999999</cx:pt>
          <cx:pt idx="3630">20.949999999999999</cx:pt>
          <cx:pt idx="3631">49.549999999999997</cx:pt>
          <cx:pt idx="3632">79.650000000000006</cx:pt>
          <cx:pt idx="3633">71.25</cx:pt>
          <cx:pt idx="3634">113.8</cx:pt>
          <cx:pt idx="3635">24.550000000000001</cx:pt>
          <cx:pt idx="3636">19.699999999999999</cx:pt>
          <cx:pt idx="3637">20.25</cx:pt>
          <cx:pt idx="3638">50.149999999999999</cx:pt>
          <cx:pt idx="3639">100.5</cx:pt>
          <cx:pt idx="3640">95.900000000000006</cx:pt>
          <cx:pt idx="3641">74.450000000000003</cx:pt>
          <cx:pt idx="3642">104.09999999999999</cx:pt>
          <cx:pt idx="3643">19.050000000000001</cx:pt>
          <cx:pt idx="3644">25</cx:pt>
          <cx:pt idx="3645">19.050000000000001</cx:pt>
          <cx:pt idx="3646">81.900000000000006</cx:pt>
          <cx:pt idx="3647">69.700000000000003</cx:pt>
          <cx:pt idx="3648">90.150000000000006</cx:pt>
          <cx:pt idx="3649">25.350000000000001</cx:pt>
          <cx:pt idx="3650">24.649999999999999</cx:pt>
          <cx:pt idx="3651">19.550000000000001</cx:pt>
          <cx:pt idx="3652">25.25</cx:pt>
          <cx:pt idx="3653">60</cx:pt>
          <cx:pt idx="3654">89.900000000000006</cx:pt>
          <cx:pt idx="3655">19.399999999999999</cx:pt>
          <cx:pt idx="3656">49.799999999999997</cx:pt>
          <cx:pt idx="3657">24.100000000000001</cx:pt>
          <cx:pt idx="3658">54.25</cx:pt>
          <cx:pt idx="3659">109.90000000000001</cx:pt>
          <cx:pt idx="3660">35.5</cx:pt>
          <cx:pt idx="3661">87.549999999999997</cx:pt>
          <cx:pt idx="3662">45.149999999999999</cx:pt>
          <cx:pt idx="3663">88.400000000000006</cx:pt>
          <cx:pt idx="3664">50.799999999999997</cx:pt>
          <cx:pt idx="3665">99</cx:pt>
          <cx:pt idx="3666">84.400000000000006</cx:pt>
          <cx:pt idx="3667">96.549999999999997</cx:pt>
          <cx:pt idx="3668">59.75</cx:pt>
          <cx:pt idx="3669">111.5</cx:pt>
          <cx:pt idx="3670">24.25</cx:pt>
          <cx:pt idx="3671">75.099999999999994</cx:pt>
          <cx:pt idx="3672">70.150000000000006</cx:pt>
          <cx:pt idx="3673">101.75</cx:pt>
          <cx:pt idx="3674">45.799999999999997</cx:pt>
          <cx:pt idx="3675">20.5</cx:pt>
          <cx:pt idx="3676">70.400000000000006</cx:pt>
          <cx:pt idx="3677">30.550000000000001</cx:pt>
          <cx:pt idx="3678">84.900000000000006</cx:pt>
          <cx:pt idx="3679">20.100000000000001</cx:pt>
          <cx:pt idx="3680">40.649999999999999</cx:pt>
          <cx:pt idx="3681">101</cx:pt>
          <cx:pt idx="3682">69.099999999999994</cx:pt>
          <cx:pt idx="3683">54.5</cx:pt>
          <cx:pt idx="3684">75.349999999999994</cx:pt>
          <cx:pt idx="3685">44.450000000000003</cx:pt>
          <cx:pt idx="3686">75</cx:pt>
          <cx:pt idx="3687">100</cx:pt>
          <cx:pt idx="3688">98.049999999999997</cx:pt>
          <cx:pt idx="3689">71.150000000000006</cx:pt>
          <cx:pt idx="3690">54.149999999999999</cx:pt>
          <cx:pt idx="3691">63.899999999999999</cx:pt>
          <cx:pt idx="3692">69.150000000000006</cx:pt>
          <cx:pt idx="3693">64.650000000000006</cx:pt>
          <cx:pt idx="3694">108.75</cx:pt>
          <cx:pt idx="3695">98.849999999999994</cx:pt>
          <cx:pt idx="3696">49.149999999999999</cx:pt>
          <cx:pt idx="3697">89.599999999999994</cx:pt>
          <cx:pt idx="3698">83.25</cx:pt>
          <cx:pt idx="3699">70.25</cx:pt>
          <cx:pt idx="3700">19.399999999999999</cx:pt>
          <cx:pt idx="3701">24.5</cx:pt>
          <cx:pt idx="3702">79.150000000000006</cx:pt>
          <cx:pt idx="3703">20.100000000000001</cx:pt>
          <cx:pt idx="3704">73</cx:pt>
          <cx:pt idx="3705">61.399999999999999</cx:pt>
          <cx:pt idx="3706">84.299999999999997</cx:pt>
          <cx:pt idx="3707">19.899999999999999</cx:pt>
          <cx:pt idx="3708">20.399999999999999</cx:pt>
          <cx:pt idx="3709">50.75</cx:pt>
          <cx:pt idx="3710">20.449999999999999</cx:pt>
          <cx:pt idx="3711">75.75</cx:pt>
          <cx:pt idx="3712">65.400000000000006</cx:pt>
          <cx:pt idx="3713">80.400000000000006</cx:pt>
          <cx:pt idx="3714">59.75</cx:pt>
          <cx:pt idx="3715">78.5</cx:pt>
          <cx:pt idx="3716">102</cx:pt>
          <cx:pt idx="3717">48.950000000000003</cx:pt>
          <cx:pt idx="3718">99.650000000000006</cx:pt>
          <cx:pt idx="3719">18.25</cx:pt>
          <cx:pt idx="3720">54.549999999999997</cx:pt>
          <cx:pt idx="3721">20.649999999999999</cx:pt>
          <cx:pt idx="3722">40.649999999999999</cx:pt>
          <cx:pt idx="3723">20.449999999999999</cx:pt>
          <cx:pt idx="3724">24.800000000000001</cx:pt>
          <cx:pt idx="3725">70.799999999999997</cx:pt>
          <cx:pt idx="3726">89.049999999999997</cx:pt>
          <cx:pt idx="3727">96.599999999999994</cx:pt>
          <cx:pt idx="3728">88.799999999999997</cx:pt>
          <cx:pt idx="3729">20.050000000000001</cx:pt>
          <cx:pt idx="3730">104.5</cx:pt>
          <cx:pt idx="3731">69.799999999999997</cx:pt>
          <cx:pt idx="3732">77.150000000000006</cx:pt>
          <cx:pt idx="3733">35.049999999999997</cx:pt>
          <cx:pt idx="3734">108.09999999999999</cx:pt>
          <cx:pt idx="3735">84.049999999999997</cx:pt>
          <cx:pt idx="3736">20.199999999999999</cx:pt>
          <cx:pt idx="3737">50.600000000000001</cx:pt>
          <cx:pt idx="3738">49.200000000000003</cx:pt>
          <cx:pt idx="3739">24.600000000000001</cx:pt>
          <cx:pt idx="3740">71.650000000000006</cx:pt>
          <cx:pt idx="3741">104.90000000000001</cx:pt>
          <cx:pt idx="3742">106.5</cx:pt>
          <cx:pt idx="3743">49.350000000000001</cx:pt>
          <cx:pt idx="3744">75.5</cx:pt>
          <cx:pt idx="3745">94.25</cx:pt>
          <cx:pt idx="3746">68.950000000000003</cx:pt>
          <cx:pt idx="3747">58.5</cx:pt>
          <cx:pt idx="3748">78.900000000000006</cx:pt>
          <cx:pt idx="3749">93.849999999999994</cx:pt>
          <cx:pt idx="3750">79.200000000000003</cx:pt>
          <cx:pt idx="3751">109.45</cx:pt>
          <cx:pt idx="3752">59.200000000000003</cx:pt>
          <cx:pt idx="3753">29.149999999999999</cx:pt>
          <cx:pt idx="3754">20.050000000000001</cx:pt>
          <cx:pt idx="3755">76.049999999999997</cx:pt>
          <cx:pt idx="3756">24.449999999999999</cx:pt>
          <cx:pt idx="3757">66.5</cx:pt>
          <cx:pt idx="3758">49.549999999999997</cx:pt>
          <cx:pt idx="3759">89.349999999999994</cx:pt>
          <cx:pt idx="3760">73.599999999999994</cx:pt>
          <cx:pt idx="3761">82.650000000000006</cx:pt>
          <cx:pt idx="3762">49</cx:pt>
          <cx:pt idx="3763">80.349999999999994</cx:pt>
          <cx:pt idx="3764">25.199999999999999</cx:pt>
          <cx:pt idx="3765">25.449999999999999</cx:pt>
          <cx:pt idx="3766">55.799999999999997</cx:pt>
          <cx:pt idx="3767">110.90000000000001</cx:pt>
          <cx:pt idx="3768">77.75</cx:pt>
          <cx:pt idx="3769">26.199999999999999</cx:pt>
          <cx:pt idx="3770">19.899999999999999</cx:pt>
          <cx:pt idx="3771">79.049999999999997</cx:pt>
          <cx:pt idx="3772">95</cx:pt>
          <cx:pt idx="3773">25.199999999999999</cx:pt>
          <cx:pt idx="3774">80.849999999999994</cx:pt>
          <cx:pt idx="3775">98.400000000000006</cx:pt>
          <cx:pt idx="3776">56.350000000000001</cx:pt>
          <cx:pt idx="3777">19.300000000000001</cx:pt>
          <cx:pt idx="3778">50.399999999999999</cx:pt>
          <cx:pt idx="3779">79.400000000000006</cx:pt>
          <cx:pt idx="3780">55.25</cx:pt>
          <cx:pt idx="3781">19.100000000000001</cx:pt>
          <cx:pt idx="3782">84.049999999999997</cx:pt>
          <cx:pt idx="3783">105.2</cx:pt>
          <cx:pt idx="3784">101.40000000000001</cx:pt>
          <cx:pt idx="3785">89.799999999999997</cx:pt>
          <cx:pt idx="3786">75.75</cx:pt>
          <cx:pt idx="3787">95.299999999999997</cx:pt>
          <cx:pt idx="3788">109.75</cx:pt>
          <cx:pt idx="3789">19.850000000000001</cx:pt>
          <cx:pt idx="3790">19.300000000000001</cx:pt>
          <cx:pt idx="3791">69.099999999999994</cx:pt>
          <cx:pt idx="3792">91.25</cx:pt>
          <cx:pt idx="3793">20.25</cx:pt>
          <cx:pt idx="3794">54.75</cx:pt>
          <cx:pt idx="3795">81.450000000000003</cx:pt>
          <cx:pt idx="3796">49.100000000000001</cx:pt>
          <cx:pt idx="3797">80.200000000000003</cx:pt>
          <cx:pt idx="3798">100.3</cx:pt>
          <cx:pt idx="3799">65.25</cx:pt>
          <cx:pt idx="3800">90.950000000000003</cx:pt>
          <cx:pt idx="3801">85.450000000000003</cx:pt>
          <cx:pt idx="3802">20</cx:pt>
          <cx:pt idx="3803">94.099999999999994</cx:pt>
          <cx:pt idx="3804">79.849999999999994</cx:pt>
          <cx:pt idx="3805">71.650000000000006</cx:pt>
          <cx:pt idx="3806">73.549999999999997</cx:pt>
          <cx:pt idx="3807">104.65000000000001</cx:pt>
          <cx:pt idx="3808">19.300000000000001</cx:pt>
          <cx:pt idx="3809">20.149999999999999</cx:pt>
          <cx:pt idx="3810">44.549999999999997</cx:pt>
          <cx:pt idx="3811">54.450000000000003</cx:pt>
          <cx:pt idx="3812">19.649999999999999</cx:pt>
          <cx:pt idx="3813">105</cx:pt>
          <cx:pt idx="3814">88.700000000000003</cx:pt>
          <cx:pt idx="3815">74.25</cx:pt>
          <cx:pt idx="3816">75.150000000000006</cx:pt>
          <cx:pt idx="3817">20.25</cx:pt>
          <cx:pt idx="3818">109.09999999999999</cx:pt>
          <cx:pt idx="3819">30.75</cx:pt>
          <cx:pt idx="3820">112.90000000000001</cx:pt>
          <cx:pt idx="3821">74.200000000000003</cx:pt>
          <cx:pt idx="3822">94.049999999999997</cx:pt>
          <cx:pt idx="3823">78.849999999999994</cx:pt>
          <cx:pt idx="3824">55.299999999999997</cx:pt>
          <cx:pt idx="3825">19.350000000000001</cx:pt>
          <cx:pt idx="3826">25.350000000000001</cx:pt>
          <cx:pt idx="3827">20.449999999999999</cx:pt>
          <cx:pt idx="3828">19.350000000000001</cx:pt>
          <cx:pt idx="3829">101</cx:pt>
          <cx:pt idx="3830">100.2</cx:pt>
          <cx:pt idx="3831">89.049999999999997</cx:pt>
          <cx:pt idx="3832">78.650000000000006</cx:pt>
          <cx:pt idx="3833">74.75</cx:pt>
          <cx:pt idx="3834">70.099999999999994</cx:pt>
          <cx:pt idx="3835">19.899999999999999</cx:pt>
          <cx:pt idx="3836">58.350000000000001</cx:pt>
          <cx:pt idx="3837">105.65000000000001</cx:pt>
          <cx:pt idx="3838">100.5</cx:pt>
          <cx:pt idx="3839">20.050000000000001</cx:pt>
          <cx:pt idx="3840">25.649999999999999</cx:pt>
          <cx:pt idx="3841">96.5</cx:pt>
          <cx:pt idx="3842">95</cx:pt>
          <cx:pt idx="3843">70.849999999999994</cx:pt>
          <cx:pt idx="3844">85.950000000000003</cx:pt>
          <cx:pt idx="3845">73.900000000000006</cx:pt>
          <cx:pt idx="3846">45.450000000000003</cx:pt>
          <cx:pt idx="3847">20</cx:pt>
          <cx:pt idx="3848">49.200000000000003</cx:pt>
          <cx:pt idx="3849">109.45</cx:pt>
          <cx:pt idx="3850">83.25</cx:pt>
          <cx:pt idx="3851">19.25</cx:pt>
          <cx:pt idx="3852">19.649999999999999</cx:pt>
          <cx:pt idx="3853">72.799999999999997</cx:pt>
          <cx:pt idx="3854">109.65000000000001</cx:pt>
          <cx:pt idx="3855">65</cx:pt>
          <cx:pt idx="3856">114.09999999999999</cx:pt>
          <cx:pt idx="3857">20.649999999999999</cx:pt>
          <cx:pt idx="3858">86.950000000000003</cx:pt>
          <cx:pt idx="3859">94.75</cx:pt>
          <cx:pt idx="3860">25.350000000000001</cx:pt>
          <cx:pt idx="3861">105.45</cx:pt>
          <cx:pt idx="3862">25.399999999999999</cx:pt>
          <cx:pt idx="3863">102.55</cx:pt>
          <cx:pt idx="3864">100.2</cx:pt>
          <cx:pt idx="3865">24</cx:pt>
          <cx:pt idx="3866">25.600000000000001</cx:pt>
          <cx:pt idx="3867">73.5</cx:pt>
          <cx:pt idx="3868">74.049999999999997</cx:pt>
          <cx:pt idx="3869">98.25</cx:pt>
          <cx:pt idx="3870">54.399999999999999</cx:pt>
          <cx:pt idx="3871">101.55</cx:pt>
          <cx:pt idx="3872">103.09999999999999</cx:pt>
          <cx:pt idx="3873">34.200000000000003</cx:pt>
          <cx:pt idx="3874">43.75</cx:pt>
          <cx:pt idx="3875">111.95</cx:pt>
          <cx:pt idx="3876">100.65000000000001</cx:pt>
          <cx:pt idx="3877">55.950000000000003</cx:pt>
          <cx:pt idx="3878">116.05</cx:pt>
          <cx:pt idx="3879">45.75</cx:pt>
          <cx:pt idx="3880">82</cx:pt>
          <cx:pt idx="3881">65.150000000000006</cx:pt>
          <cx:pt idx="3882">44.799999999999997</cx:pt>
          <cx:pt idx="3883">79.799999999999997</cx:pt>
          <cx:pt idx="3884">88.849999999999994</cx:pt>
          <cx:pt idx="3885">74.950000000000003</cx:pt>
          <cx:pt idx="3886">106.84999999999999</cx:pt>
          <cx:pt idx="3887">74.950000000000003</cx:pt>
          <cx:pt idx="3888">80.150000000000006</cx:pt>
          <cx:pt idx="3889">19.300000000000001</cx:pt>
          <cx:pt idx="3890">109.25</cx:pt>
          <cx:pt idx="3891">56.100000000000001</cx:pt>
          <cx:pt idx="3892">19.699999999999999</cx:pt>
          <cx:pt idx="3893">51.299999999999997</cx:pt>
          <cx:pt idx="3894">118.59999999999999</cx:pt>
          <cx:pt idx="3895">24.149999999999999</cx:pt>
          <cx:pt idx="3896">20.300000000000001</cx:pt>
          <cx:pt idx="3897">115.5</cx:pt>
          <cx:pt idx="3898">25.050000000000001</cx:pt>
          <cx:pt idx="3899">109.09999999999999</cx:pt>
          <cx:pt idx="3900">19.649999999999999</cx:pt>
          <cx:pt idx="3901">111.3</cx:pt>
          <cx:pt idx="3902">29.899999999999999</cx:pt>
          <cx:pt idx="3903">80.599999999999994</cx:pt>
          <cx:pt idx="3904">20.800000000000001</cx:pt>
          <cx:pt idx="3905">35.200000000000003</cx:pt>
          <cx:pt idx="3906">78.799999999999997</cx:pt>
          <cx:pt idx="3907">89.950000000000003</cx:pt>
          <cx:pt idx="3908">116.05</cx:pt>
          <cx:pt idx="3909">19.550000000000001</cx:pt>
          <cx:pt idx="3910">106.40000000000001</cx:pt>
          <cx:pt idx="3911">49.399999999999999</cx:pt>
          <cx:pt idx="3912">115.25</cx:pt>
          <cx:pt idx="3913">24.800000000000001</cx:pt>
          <cx:pt idx="3914">19.899999999999999</cx:pt>
          <cx:pt idx="3915">81.25</cx:pt>
          <cx:pt idx="3916">69.950000000000003</cx:pt>
          <cx:pt idx="3917">69.099999999999994</cx:pt>
          <cx:pt idx="3918">90.200000000000003</cx:pt>
          <cx:pt idx="3919">93.549999999999997</cx:pt>
          <cx:pt idx="3920">86.400000000000006</cx:pt>
          <cx:pt idx="3921">66.299999999999997</cx:pt>
          <cx:pt idx="3922">94.650000000000006</cx:pt>
          <cx:pt idx="3923">80.849999999999994</cx:pt>
          <cx:pt idx="3924">82.049999999999997</cx:pt>
          <cx:pt idx="3925">72.099999999999994</cx:pt>
          <cx:pt idx="3926">34.700000000000003</cx:pt>
          <cx:pt idx="3927">20.550000000000001</cx:pt>
          <cx:pt idx="3928">95.950000000000003</cx:pt>
          <cx:pt idx="3929">44.799999999999997</cx:pt>
          <cx:pt idx="3930">109.40000000000001</cx:pt>
          <cx:pt idx="3931">71.049999999999997</cx:pt>
          <cx:pt idx="3932">78.549999999999997</cx:pt>
          <cx:pt idx="3933">19.699999999999999</cx:pt>
          <cx:pt idx="3934">40.25</cx:pt>
          <cx:pt idx="3935">19.850000000000001</cx:pt>
          <cx:pt idx="3936">68.25</cx:pt>
          <cx:pt idx="3937">20.149999999999999</cx:pt>
          <cx:pt idx="3938">50.950000000000003</cx:pt>
          <cx:pt idx="3939">78.650000000000006</cx:pt>
          <cx:pt idx="3940">25.149999999999999</cx:pt>
          <cx:pt idx="3941">20.25</cx:pt>
          <cx:pt idx="3942">42.899999999999999</cx:pt>
          <cx:pt idx="3943">44</cx:pt>
          <cx:pt idx="3944">20.25</cx:pt>
          <cx:pt idx="3945">34.25</cx:pt>
          <cx:pt idx="3946">58.5</cx:pt>
          <cx:pt idx="3947">55.799999999999997</cx:pt>
          <cx:pt idx="3948">88.900000000000006</cx:pt>
          <cx:pt idx="3949">57.649999999999999</cx:pt>
          <cx:pt idx="3950">96.200000000000003</cx:pt>
          <cx:pt idx="3951">79.150000000000006</cx:pt>
          <cx:pt idx="3952">108.05</cx:pt>
          <cx:pt idx="3953">74.400000000000006</cx:pt>
          <cx:pt idx="3954">94.799999999999997</cx:pt>
          <cx:pt idx="3955">45.899999999999999</cx:pt>
          <cx:pt idx="3956">105.3</cx:pt>
          <cx:pt idx="3957">102.59999999999999</cx:pt>
          <cx:pt idx="3958">73.849999999999994</cx:pt>
          <cx:pt idx="3959">61.350000000000001</cx:pt>
          <cx:pt idx="3960">57.549999999999997</cx:pt>
          <cx:pt idx="3961">29.25</cx:pt>
          <cx:pt idx="3962">84.549999999999997</cx:pt>
          <cx:pt idx="3963">19.600000000000001</cx:pt>
          <cx:pt idx="3964">111.75</cx:pt>
          <cx:pt idx="3965">106.5</cx:pt>
          <cx:pt idx="3966">107.7</cx:pt>
          <cx:pt idx="3967">19.300000000000001</cx:pt>
          <cx:pt idx="3968">20.050000000000001</cx:pt>
          <cx:pt idx="3969">69.950000000000003</cx:pt>
          <cx:pt idx="3970">63.700000000000003</cx:pt>
          <cx:pt idx="3971">24.75</cx:pt>
          <cx:pt idx="3972">50.899999999999999</cx:pt>
          <cx:pt idx="3973">60.399999999999999</cx:pt>
          <cx:pt idx="3974">79.25</cx:pt>
          <cx:pt idx="3975">85.799999999999997</cx:pt>
          <cx:pt idx="3976">24.449999999999999</cx:pt>
          <cx:pt idx="3977">110.09999999999999</cx:pt>
          <cx:pt idx="3978">90.700000000000003</cx:pt>
          <cx:pt idx="3979">25.300000000000001</cx:pt>
          <cx:pt idx="3980">105.7</cx:pt>
          <cx:pt idx="3981">85.200000000000003</cx:pt>
          <cx:pt idx="3982">24.350000000000001</cx:pt>
          <cx:pt idx="3983">24.25</cx:pt>
          <cx:pt idx="3984">25.100000000000001</cx:pt>
          <cx:pt idx="3985">54.549999999999997</cx:pt>
          <cx:pt idx="3986">96.599999999999994</cx:pt>
          <cx:pt idx="3987">76.5</cx:pt>
          <cx:pt idx="3988">81.150000000000006</cx:pt>
          <cx:pt idx="3989">38.5</cx:pt>
          <cx:pt idx="3990">92.900000000000006</cx:pt>
          <cx:pt idx="3991">93.5</cx:pt>
          <cx:pt idx="3992">84.700000000000003</cx:pt>
          <cx:pt idx="3993">66</cx:pt>
          <cx:pt idx="3994">101.5</cx:pt>
          <cx:pt idx="3995">74.900000000000006</cx:pt>
          <cx:pt idx="3996">20.75</cx:pt>
          <cx:pt idx="3997">61.450000000000003</cx:pt>
          <cx:pt idx="3998">54.5</cx:pt>
          <cx:pt idx="3999">69.599999999999994</cx:pt>
          <cx:pt idx="4000">99.75</cx:pt>
          <cx:pt idx="4001">109.75</cx:pt>
          <cx:pt idx="4002">80.849999999999994</cx:pt>
          <cx:pt idx="4003">20.300000000000001</cx:pt>
          <cx:pt idx="4004">67.799999999999997</cx:pt>
          <cx:pt idx="4005">24.050000000000001</cx:pt>
          <cx:pt idx="4006">19.800000000000001</cx:pt>
          <cx:pt idx="4007">25.699999999999999</cx:pt>
          <cx:pt idx="4008">56.149999999999999</cx:pt>
          <cx:pt idx="4009">86.700000000000003</cx:pt>
          <cx:pt idx="4010">20.399999999999999</cx:pt>
          <cx:pt idx="4011">19.649999999999999</cx:pt>
          <cx:pt idx="4012">50.549999999999997</cx:pt>
          <cx:pt idx="4013">54.350000000000001</cx:pt>
          <cx:pt idx="4014">108.09999999999999</cx:pt>
          <cx:pt idx="4015">54.450000000000003</cx:pt>
          <cx:pt idx="4016">45.350000000000001</cx:pt>
          <cx:pt idx="4017">59</cx:pt>
          <cx:pt idx="4018">69.450000000000003</cx:pt>
          <cx:pt idx="4019">100.55</cx:pt>
          <cx:pt idx="4020">64.950000000000003</cx:pt>
          <cx:pt idx="4021">20.5</cx:pt>
          <cx:pt idx="4022">18.850000000000001</cx:pt>
          <cx:pt idx="4023">19.800000000000001</cx:pt>
          <cx:pt idx="4024">25.050000000000001</cx:pt>
          <cx:pt idx="4025">74.799999999999997</cx:pt>
          <cx:pt idx="4026">114.3</cx:pt>
          <cx:pt idx="4027">24.449999999999999</cx:pt>
          <cx:pt idx="4028">109.2</cx:pt>
          <cx:pt idx="4029">45.049999999999997</cx:pt>
          <cx:pt idx="4030">51</cx:pt>
          <cx:pt idx="4031">110.45</cx:pt>
          <cx:pt idx="4032">84.650000000000006</cx:pt>
          <cx:pt idx="4033">60.049999999999997</cx:pt>
          <cx:pt idx="4034">44.649999999999999</cx:pt>
          <cx:pt idx="4035">93.25</cx:pt>
          <cx:pt idx="4036">20.25</cx:pt>
          <cx:pt idx="4037">25.449999999999999</cx:pt>
          <cx:pt idx="4038">20.600000000000001</cx:pt>
          <cx:pt idx="4039">94.099999999999994</cx:pt>
          <cx:pt idx="4040">34.799999999999997</cx:pt>
          <cx:pt idx="4041">60.75</cx:pt>
          <cx:pt idx="4042">51.350000000000001</cx:pt>
          <cx:pt idx="4043">64.049999999999997</cx:pt>
          <cx:pt idx="4044">84.799999999999997</cx:pt>
          <cx:pt idx="4045">71</cx:pt>
          <cx:pt idx="4046">50.149999999999999</cx:pt>
          <cx:pt idx="4047">94.599999999999994</cx:pt>
          <cx:pt idx="4048">59.75</cx:pt>
          <cx:pt idx="4049">100.25</cx:pt>
          <cx:pt idx="4050">98.900000000000006</cx:pt>
          <cx:pt idx="4051">97.700000000000003</cx:pt>
          <cx:pt idx="4052">40.299999999999997</cx:pt>
          <cx:pt idx="4053">60.25</cx:pt>
          <cx:pt idx="4054">56.25</cx:pt>
          <cx:pt idx="4055">46.200000000000003</cx:pt>
          <cx:pt idx="4056">50.600000000000001</cx:pt>
          <cx:pt idx="4057">24.899999999999999</cx:pt>
          <cx:pt idx="4058">84.849999999999994</cx:pt>
          <cx:pt idx="4059">65.700000000000003</cx:pt>
          <cx:pt idx="4060">63.350000000000001</cx:pt>
          <cx:pt idx="4061">50.100000000000001</cx:pt>
          <cx:pt idx="4062">70.5</cx:pt>
          <cx:pt idx="4063">94.849999999999994</cx:pt>
          <cx:pt idx="4064">50.149999999999999</cx:pt>
          <cx:pt idx="4065">19.75</cx:pt>
          <cx:pt idx="4066">64.650000000000006</cx:pt>
          <cx:pt idx="4067">79.599999999999994</cx:pt>
          <cx:pt idx="4068">19.5</cx:pt>
          <cx:pt idx="4069">99.549999999999997</cx:pt>
          <cx:pt idx="4070">74</cx:pt>
          <cx:pt idx="4071">38.899999999999999</cx:pt>
          <cx:pt idx="4072">79.549999999999997</cx:pt>
          <cx:pt idx="4073">65.450000000000003</cx:pt>
          <cx:pt idx="4074">98.700000000000003</cx:pt>
          <cx:pt idx="4075">46.299999999999997</cx:pt>
          <cx:pt idx="4076">99.349999999999994</cx:pt>
          <cx:pt idx="4077">95.799999999999997</cx:pt>
          <cx:pt idx="4078">67.5</cx:pt>
          <cx:pt idx="4079">78.150000000000006</cx:pt>
          <cx:pt idx="4080">26.100000000000001</cx:pt>
          <cx:pt idx="4081">69.599999999999994</cx:pt>
          <cx:pt idx="4082">84.349999999999994</cx:pt>
          <cx:pt idx="4083">100.2</cx:pt>
          <cx:pt idx="4084">78.049999999999997</cx:pt>
          <cx:pt idx="4085">40.350000000000001</cx:pt>
          <cx:pt idx="4086">79.200000000000003</cx:pt>
          <cx:pt idx="4087">20.899999999999999</cx:pt>
          <cx:pt idx="4088">73.599999999999994</cx:pt>
          <cx:pt idx="4089">74.75</cx:pt>
          <cx:pt idx="4090">49.899999999999999</cx:pt>
          <cx:pt idx="4091">68.900000000000006</cx:pt>
          <cx:pt idx="4092">20.25</cx:pt>
          <cx:pt idx="4093">76</cx:pt>
          <cx:pt idx="4094">74</cx:pt>
          <cx:pt idx="4095">82.299999999999997</cx:pt>
          <cx:pt idx="4096">89.400000000000006</cx:pt>
          <cx:pt idx="4097">99.150000000000006</cx:pt>
          <cx:pt idx="4098">20.199999999999999</cx:pt>
          <cx:pt idx="4099">29.449999999999999</cx:pt>
          <cx:pt idx="4100">19.800000000000001</cx:pt>
          <cx:pt idx="4101">59.149999999999999</cx:pt>
          <cx:pt idx="4102">44.75</cx:pt>
          <cx:pt idx="4103">90.799999999999997</cx:pt>
          <cx:pt idx="4104">49.549999999999997</cx:pt>
          <cx:pt idx="4105">106.7</cx:pt>
          <cx:pt idx="4106">93.549999999999997</cx:pt>
          <cx:pt idx="4107">94.450000000000003</cx:pt>
          <cx:pt idx="4108">19.449999999999999</cx:pt>
          <cx:pt idx="4109">25.050000000000001</cx:pt>
          <cx:pt idx="4110">67.950000000000003</cx:pt>
          <cx:pt idx="4111">65.25</cx:pt>
          <cx:pt idx="4112">99.450000000000003</cx:pt>
          <cx:pt idx="4113">20.350000000000001</cx:pt>
          <cx:pt idx="4114">19.949999999999999</cx:pt>
          <cx:pt idx="4115">77.400000000000006</cx:pt>
          <cx:pt idx="4116">19.699999999999999</cx:pt>
          <cx:pt idx="4117">99.700000000000003</cx:pt>
          <cx:pt idx="4118">74.799999999999997</cx:pt>
          <cx:pt idx="4119">19.149999999999999</cx:pt>
          <cx:pt idx="4120">78.950000000000003</cx:pt>
          <cx:pt idx="4121">95.549999999999997</cx:pt>
          <cx:pt idx="4122">62.850000000000001</cx:pt>
          <cx:pt idx="4123">71.549999999999997</cx:pt>
          <cx:pt idx="4124">94.950000000000003</cx:pt>
          <cx:pt idx="4125">86.099999999999994</cx:pt>
          <cx:pt idx="4126">19.550000000000001</cx:pt>
          <cx:pt idx="4127">24.800000000000001</cx:pt>
          <cx:pt idx="4128">39.299999999999997</cx:pt>
          <cx:pt idx="4129">84.049999999999997</cx:pt>
          <cx:pt idx="4130">36.25</cx:pt>
          <cx:pt idx="4131">20.25</cx:pt>
          <cx:pt idx="4132">23.899999999999999</cx:pt>
          <cx:pt idx="4133">98.599999999999994</cx:pt>
          <cx:pt idx="4134">103.65000000000001</cx:pt>
          <cx:pt idx="4135">92.900000000000006</cx:pt>
          <cx:pt idx="4136">19.899999999999999</cx:pt>
          <cx:pt idx="4137">20.100000000000001</cx:pt>
          <cx:pt idx="4138">85.450000000000003</cx:pt>
          <cx:pt idx="4139">80.5</cx:pt>
          <cx:pt idx="4140">99.900000000000006</cx:pt>
          <cx:pt idx="4141">39.850000000000001</cx:pt>
          <cx:pt idx="4142">60.5</cx:pt>
          <cx:pt idx="4143">84.799999999999997</cx:pt>
          <cx:pt idx="4144">103.84999999999999</cx:pt>
          <cx:pt idx="4145">67.799999999999997</cx:pt>
          <cx:pt idx="4146">75.200000000000003</cx:pt>
          <cx:pt idx="4147">24.850000000000001</cx:pt>
          <cx:pt idx="4148">19.350000000000001</cx:pt>
          <cx:pt idx="4149">49.350000000000001</cx:pt>
          <cx:pt idx="4150">89</cx:pt>
          <cx:pt idx="4151">55</cx:pt>
          <cx:pt idx="4152">76.150000000000006</cx:pt>
          <cx:pt idx="4153">20.300000000000001</cx:pt>
          <cx:pt idx="4154">74.900000000000006</cx:pt>
          <cx:pt idx="4155">117.34999999999999</cx:pt>
          <cx:pt idx="4156">19.75</cx:pt>
          <cx:pt idx="4157">45.200000000000003</cx:pt>
          <cx:pt idx="4158">25.199999999999999</cx:pt>
          <cx:pt idx="4159">89.75</cx:pt>
          <cx:pt idx="4160">75</cx:pt>
          <cx:pt idx="4161">49.950000000000003</cx:pt>
          <cx:pt idx="4162">65.700000000000003</cx:pt>
          <cx:pt idx="4163">67.049999999999997</cx:pt>
          <cx:pt idx="4164">110.90000000000001</cx:pt>
          <cx:pt idx="4165">87.950000000000003</cx:pt>
          <cx:pt idx="4166">19.800000000000001</cx:pt>
          <cx:pt idx="4167">75.700000000000003</cx:pt>
          <cx:pt idx="4168">62.149999999999999</cx:pt>
          <cx:pt idx="4169">101.25</cx:pt>
          <cx:pt idx="4170">115.15000000000001</cx:pt>
          <cx:pt idx="4171">18.949999999999999</cx:pt>
          <cx:pt idx="4172">19.5</cx:pt>
          <cx:pt idx="4173">86.549999999999997</cx:pt>
          <cx:pt idx="4174">28.600000000000001</cx:pt>
          <cx:pt idx="4175">20.399999999999999</cx:pt>
          <cx:pt idx="4176">19.800000000000001</cx:pt>
          <cx:pt idx="4177">45.649999999999999</cx:pt>
          <cx:pt idx="4178">56.399999999999999</cx:pt>
          <cx:pt idx="4179">73.299999999999997</cx:pt>
          <cx:pt idx="4180">24.350000000000001</cx:pt>
          <cx:pt idx="4181">101.34999999999999</cx:pt>
          <cx:pt idx="4182">98.650000000000006</cx:pt>
          <cx:pt idx="4183">33.600000000000001</cx:pt>
          <cx:pt idx="4184">79.900000000000006</cx:pt>
          <cx:pt idx="4185">20.699999999999999</cx:pt>
          <cx:pt idx="4186">104.05</cx:pt>
          <cx:pt idx="4187">20.25</cx:pt>
          <cx:pt idx="4188">103.3</cx:pt>
          <cx:pt idx="4189">73.700000000000003</cx:pt>
          <cx:pt idx="4190">96.200000000000003</cx:pt>
          <cx:pt idx="4191">108.75</cx:pt>
          <cx:pt idx="4192">20.149999999999999</cx:pt>
          <cx:pt idx="4193">19.75</cx:pt>
          <cx:pt idx="4194">25.949999999999999</cx:pt>
          <cx:pt idx="4195">70.049999999999997</cx:pt>
          <cx:pt idx="4196">24.050000000000001</cx:pt>
          <cx:pt idx="4197">84.75</cx:pt>
          <cx:pt idx="4198">23.050000000000001</cx:pt>
          <cx:pt idx="4199">104.15000000000001</cx:pt>
          <cx:pt idx="4200">59.950000000000003</cx:pt>
          <cx:pt idx="4201">19.550000000000001</cx:pt>
          <cx:pt idx="4202">19.600000000000001</cx:pt>
          <cx:pt idx="4203">20.050000000000001</cx:pt>
          <cx:pt idx="4204">85.549999999999997</cx:pt>
          <cx:pt idx="4205">78.599999999999994</cx:pt>
          <cx:pt idx="4206">116.8</cx:pt>
          <cx:pt idx="4207">43.549999999999997</cx:pt>
          <cx:pt idx="4208">60.799999999999997</cx:pt>
          <cx:pt idx="4209">54.899999999999999</cx:pt>
          <cx:pt idx="4210">65.200000000000003</cx:pt>
          <cx:pt idx="4211">102.95</cx:pt>
          <cx:pt idx="4212">90.599999999999994</cx:pt>
          <cx:pt idx="4213">50.799999999999997</cx:pt>
          <cx:pt idx="4214">90.049999999999997</cx:pt>
          <cx:pt idx="4215">108.2</cx:pt>
          <cx:pt idx="4216">92</cx:pt>
          <cx:pt idx="4217">75.099999999999994</cx:pt>
          <cx:pt idx="4218">25.050000000000001</cx:pt>
          <cx:pt idx="4219">75.150000000000006</cx:pt>
          <cx:pt idx="4220">19.5</cx:pt>
          <cx:pt idx="4221">19.300000000000001</cx:pt>
          <cx:pt idx="4222">112.2</cx:pt>
          <cx:pt idx="4223">70.299999999999997</cx:pt>
          <cx:pt idx="4224">19.600000000000001</cx:pt>
          <cx:pt idx="4225">20.25</cx:pt>
          <cx:pt idx="4226">75.849999999999994</cx:pt>
          <cx:pt idx="4227">80.650000000000006</cx:pt>
          <cx:pt idx="4228">68.5</cx:pt>
          <cx:pt idx="4229">115.75</cx:pt>
          <cx:pt idx="4230">73.5</cx:pt>
          <cx:pt idx="4231">80.599999999999994</cx:pt>
          <cx:pt idx="4232">69.950000000000003</cx:pt>
          <cx:pt idx="4233">59.549999999999997</cx:pt>
          <cx:pt idx="4234">19.050000000000001</cx:pt>
          <cx:pt idx="4235">95.650000000000006</cx:pt>
          <cx:pt idx="4236">19.949999999999999</cx:pt>
          <cx:pt idx="4237">70.049999999999997</cx:pt>
          <cx:pt idx="4238">19.399999999999999</cx:pt>
          <cx:pt idx="4239">36.100000000000001</cx:pt>
          <cx:pt idx="4240">94</cx:pt>
          <cx:pt idx="4241">61.149999999999999</cx:pt>
          <cx:pt idx="4242">19.75</cx:pt>
          <cx:pt idx="4243">64.099999999999994</cx:pt>
          <cx:pt idx="4244">19.75</cx:pt>
          <cx:pt idx="4245">19.699999999999999</cx:pt>
          <cx:pt idx="4246">110.2</cx:pt>
          <cx:pt idx="4247">106.34999999999999</cx:pt>
          <cx:pt idx="4248">90.549999999999997</cx:pt>
          <cx:pt idx="4249">65.900000000000006</cx:pt>
          <cx:pt idx="4250">104.5</cx:pt>
          <cx:pt idx="4251">52.5</cx:pt>
          <cx:pt idx="4252">56.100000000000001</cx:pt>
          <cx:pt idx="4253">88.75</cx:pt>
          <cx:pt idx="4254">84.450000000000003</cx:pt>
          <cx:pt idx="4255">75.299999999999997</cx:pt>
          <cx:pt idx="4256">26</cx:pt>
          <cx:pt idx="4257">99.400000000000006</cx:pt>
          <cx:pt idx="4258">109.55</cx:pt>
          <cx:pt idx="4259">19.600000000000001</cx:pt>
          <cx:pt idx="4260">73.150000000000006</cx:pt>
          <cx:pt idx="4261">54.649999999999999</cx:pt>
          <cx:pt idx="4262">66.400000000000006</cx:pt>
          <cx:pt idx="4263">115.55</cx:pt>
          <cx:pt idx="4264">104.45</cx:pt>
          <cx:pt idx="4265">100.05</cx:pt>
          <cx:pt idx="4266">102</cx:pt>
          <cx:pt idx="4267">91.150000000000006</cx:pt>
          <cx:pt idx="4268">89.700000000000003</cx:pt>
          <cx:pt idx="4269">90.200000000000003</cx:pt>
          <cx:pt idx="4270">92.400000000000006</cx:pt>
          <cx:pt idx="4271">19.899999999999999</cx:pt>
          <cx:pt idx="4272">25.149999999999999</cx:pt>
          <cx:pt idx="4273">79.849999999999994</cx:pt>
          <cx:pt idx="4274">18.850000000000001</cx:pt>
          <cx:pt idx="4275">25.75</cx:pt>
          <cx:pt idx="4276">49.600000000000001</cx:pt>
          <cx:pt idx="4277">20.949999999999999</cx:pt>
          <cx:pt idx="4278">97.049999999999997</cx:pt>
          <cx:pt idx="4279">25.399999999999999</cx:pt>
          <cx:pt idx="4280">19.699999999999999</cx:pt>
          <cx:pt idx="4281">35</cx:pt>
          <cx:pt idx="4282">101.25</cx:pt>
          <cx:pt idx="4283">70.200000000000003</cx:pt>
          <cx:pt idx="4284">90.950000000000003</cx:pt>
          <cx:pt idx="4285">73.849999999999994</cx:pt>
          <cx:pt idx="4286">88.049999999999997</cx:pt>
          <cx:pt idx="4287">105.95</cx:pt>
          <cx:pt idx="4288">91.849999999999994</cx:pt>
          <cx:pt idx="4289">20.100000000000001</cx:pt>
          <cx:pt idx="4290">40.100000000000001</cx:pt>
          <cx:pt idx="4291">110.3</cx:pt>
          <cx:pt idx="4292">73.900000000000006</cx:pt>
          <cx:pt idx="4293">89.799999999999997</cx:pt>
          <cx:pt idx="4294">85.150000000000006</cx:pt>
          <cx:pt idx="4295">60.950000000000003</cx:pt>
          <cx:pt idx="4296">72.25</cx:pt>
          <cx:pt idx="4297">73.549999999999997</cx:pt>
          <cx:pt idx="4298">46</cx:pt>
          <cx:pt idx="4299">58.549999999999997</cx:pt>
          <cx:pt idx="4300">24.600000000000001</cx:pt>
          <cx:pt idx="4301">19.75</cx:pt>
          <cx:pt idx="4302">86.349999999999994</cx:pt>
          <cx:pt idx="4303">25.5</cx:pt>
          <cx:pt idx="4304">19</cx:pt>
          <cx:pt idx="4305">19.550000000000001</cx:pt>
          <cx:pt idx="4306">110.09999999999999</cx:pt>
          <cx:pt idx="4307">96.549999999999997</cx:pt>
          <cx:pt idx="4308">69.75</cx:pt>
          <cx:pt idx="4309">50.600000000000001</cx:pt>
          <cx:pt idx="4310">65.599999999999994</cx:pt>
          <cx:pt idx="4311">40.100000000000001</cx:pt>
          <cx:pt idx="4312">82.099999999999994</cx:pt>
          <cx:pt idx="4313">79.099999999999994</cx:pt>
          <cx:pt idx="4314">101.25</cx:pt>
          <cx:pt idx="4315">79.549999999999997</cx:pt>
          <cx:pt idx="4316">90.650000000000006</cx:pt>
          <cx:pt idx="4317">20.550000000000001</cx:pt>
          <cx:pt idx="4318">75.75</cx:pt>
          <cx:pt idx="4319">110</cx:pt>
          <cx:pt idx="4320">20.850000000000001</cx:pt>
          <cx:pt idx="4321">80.349999999999994</cx:pt>
          <cx:pt idx="4322">70.150000000000006</cx:pt>
          <cx:pt idx="4323">84.049999999999997</cx:pt>
          <cx:pt idx="4324">67.450000000000003</cx:pt>
          <cx:pt idx="4325">20.75</cx:pt>
          <cx:pt idx="4326">89.099999999999994</cx:pt>
          <cx:pt idx="4327">69.900000000000006</cx:pt>
          <cx:pt idx="4328">51.100000000000001</cx:pt>
          <cx:pt idx="4329">94.400000000000006</cx:pt>
          <cx:pt idx="4330">78.25</cx:pt>
          <cx:pt idx="4331">25.550000000000001</cx:pt>
          <cx:pt idx="4332">60</cx:pt>
          <cx:pt idx="4333">90.549999999999997</cx:pt>
          <cx:pt idx="4334">76.400000000000006</cx:pt>
          <cx:pt idx="4335">84.950000000000003</cx:pt>
          <cx:pt idx="4336">110.09999999999999</cx:pt>
          <cx:pt idx="4337">99.650000000000006</cx:pt>
          <cx:pt idx="4338">45.399999999999999</cx:pt>
          <cx:pt idx="4339">69</cx:pt>
          <cx:pt idx="4340">48.649999999999999</cx:pt>
          <cx:pt idx="4341">44.149999999999999</cx:pt>
          <cx:pt idx="4342">59.850000000000001</cx:pt>
          <cx:pt idx="4343">75.75</cx:pt>
          <cx:pt idx="4344">80.650000000000006</cx:pt>
          <cx:pt idx="4345">20.550000000000001</cx:pt>
          <cx:pt idx="4346">66.400000000000006</cx:pt>
          <cx:pt idx="4347">100.2</cx:pt>
          <cx:pt idx="4348">19.100000000000001</cx:pt>
          <cx:pt idx="4349">80.299999999999997</cx:pt>
          <cx:pt idx="4350">44.549999999999997</cx:pt>
          <cx:pt idx="4351">20.350000000000001</cx:pt>
          <cx:pt idx="4352">91.799999999999997</cx:pt>
          <cx:pt idx="4353">74.900000000000006</cx:pt>
          <cx:pt idx="4354">20.199999999999999</cx:pt>
          <cx:pt idx="4355">50.350000000000001</cx:pt>
          <cx:pt idx="4356">18.800000000000001</cx:pt>
          <cx:pt idx="4357">20.449999999999999</cx:pt>
          <cx:pt idx="4358">64.75</cx:pt>
          <cx:pt idx="4359">98.700000000000003</cx:pt>
          <cx:pt idx="4360">89.450000000000003</cx:pt>
          <cx:pt idx="4361">58.75</cx:pt>
          <cx:pt idx="4362">20.699999999999999</cx:pt>
          <cx:pt idx="4363">85.599999999999994</cx:pt>
          <cx:pt idx="4364">80.299999999999997</cx:pt>
          <cx:pt idx="4365">79.799999999999997</cx:pt>
          <cx:pt idx="4366">79.849999999999994</cx:pt>
          <cx:pt idx="4367">54.100000000000001</cx:pt>
          <cx:pt idx="4368">80.849999999999994</cx:pt>
          <cx:pt idx="4369">24.75</cx:pt>
          <cx:pt idx="4370">80.900000000000006</cx:pt>
          <cx:pt idx="4371">24.5</cx:pt>
          <cx:pt idx="4372">20.149999999999999</cx:pt>
          <cx:pt idx="4373">20.050000000000001</cx:pt>
          <cx:pt idx="4374">19.600000000000001</cx:pt>
          <cx:pt idx="4375">114.3</cx:pt>
          <cx:pt idx="4376">100.3</cx:pt>
          <cx:pt idx="4377">80</cx:pt>
          <cx:pt idx="4378">20.850000000000001</cx:pt>
          <cx:pt idx="4379">89.950000000000003</cx:pt>
          <cx:pt idx="4380">20</cx:pt>
          <cx:pt idx="4381">90.849999999999994</cx:pt>
          <cx:pt idx="4382">48.75</cx:pt>
          <cx:pt idx="4383">80</cx:pt>
          <cx:pt idx="4384">79.700000000000003</cx:pt>
          <cx:pt idx="4385">20.350000000000001</cx:pt>
          <cx:pt idx="4386">57.549999999999997</cx:pt>
          <cx:pt idx="4387">20.25</cx:pt>
          <cx:pt idx="4388">19.399999999999999</cx:pt>
          <cx:pt idx="4389">100.40000000000001</cx:pt>
          <cx:pt idx="4390">57.950000000000003</cx:pt>
          <cx:pt idx="4391">59.5</cx:pt>
          <cx:pt idx="4392">19.199999999999999</cx:pt>
          <cx:pt idx="4393">86.5</cx:pt>
          <cx:pt idx="4394">59.549999999999997</cx:pt>
          <cx:pt idx="4395">103.95</cx:pt>
          <cx:pt idx="4396">25.100000000000001</cx:pt>
          <cx:pt idx="4397">103.95</cx:pt>
          <cx:pt idx="4398">68.950000000000003</cx:pt>
          <cx:pt idx="4399">103.09999999999999</cx:pt>
          <cx:pt idx="4400">24.699999999999999</cx:pt>
          <cx:pt idx="4401">110.2</cx:pt>
          <cx:pt idx="4402">48.950000000000003</cx:pt>
          <cx:pt idx="4403">62.450000000000003</cx:pt>
          <cx:pt idx="4404">89.549999999999997</cx:pt>
          <cx:pt idx="4405">83.549999999999997</cx:pt>
          <cx:pt idx="4406">78.900000000000006</cx:pt>
          <cx:pt idx="4407">20.350000000000001</cx:pt>
          <cx:pt idx="4408">71.450000000000003</cx:pt>
          <cx:pt idx="4409">46.350000000000001</cx:pt>
          <cx:pt idx="4410">94.650000000000006</cx:pt>
          <cx:pt idx="4411">49.899999999999999</cx:pt>
          <cx:pt idx="4412">25.449999999999999</cx:pt>
          <cx:pt idx="4413">89.150000000000006</cx:pt>
          <cx:pt idx="4414">20.75</cx:pt>
          <cx:pt idx="4415">66.099999999999994</cx:pt>
          <cx:pt idx="4416">75.400000000000006</cx:pt>
          <cx:pt idx="4417">70.450000000000003</cx:pt>
          <cx:pt idx="4418">60.299999999999997</cx:pt>
          <cx:pt idx="4419">21.050000000000001</cx:pt>
          <cx:pt idx="4420">69.349999999999994</cx:pt>
          <cx:pt idx="4421">88.849999999999994</cx:pt>
          <cx:pt idx="4422">97</cx:pt>
          <cx:pt idx="4423">66.400000000000006</cx:pt>
          <cx:pt idx="4424">24.75</cx:pt>
          <cx:pt idx="4425">69.200000000000003</cx:pt>
          <cx:pt idx="4426">79.5</cx:pt>
          <cx:pt idx="4427">100.65000000000001</cx:pt>
          <cx:pt idx="4428">103.3</cx:pt>
          <cx:pt idx="4429">79.700000000000003</cx:pt>
          <cx:pt idx="4430">61.399999999999999</cx:pt>
          <cx:pt idx="4431">69.799999999999997</cx:pt>
          <cx:pt idx="4432">40.549999999999997</cx:pt>
          <cx:pt idx="4433">75.650000000000006</cx:pt>
          <cx:pt idx="4434">90.700000000000003</cx:pt>
          <cx:pt idx="4435">80.5</cx:pt>
          <cx:pt idx="4436">60.600000000000001</cx:pt>
          <cx:pt idx="4437">101.15000000000001</cx:pt>
          <cx:pt idx="4438">24.949999999999999</cx:pt>
          <cx:pt idx="4439">20.300000000000001</cx:pt>
          <cx:pt idx="4440">60</cx:pt>
          <cx:pt idx="4441">20.25</cx:pt>
          <cx:pt idx="4442">78.5</cx:pt>
          <cx:pt idx="4443">44.75</cx:pt>
          <cx:pt idx="4444">19.850000000000001</cx:pt>
          <cx:pt idx="4445">98</cx:pt>
          <cx:pt idx="4446">79.900000000000006</cx:pt>
          <cx:pt idx="4447">107.7</cx:pt>
          <cx:pt idx="4448">99.700000000000003</cx:pt>
          <cx:pt idx="4449">104.7</cx:pt>
          <cx:pt idx="4450">58.600000000000001</cx:pt>
          <cx:pt idx="4451">93.900000000000006</cx:pt>
          <cx:pt idx="4452">86.450000000000003</cx:pt>
          <cx:pt idx="4453">98.5</cx:pt>
          <cx:pt idx="4454">19.399999999999999</cx:pt>
          <cx:pt idx="4455">50.450000000000003</cx:pt>
          <cx:pt idx="4456">24.949999999999999</cx:pt>
          <cx:pt idx="4457">75</cx:pt>
          <cx:pt idx="4458">94.650000000000006</cx:pt>
          <cx:pt idx="4459">100.25</cx:pt>
          <cx:pt idx="4460">78.200000000000003</cx:pt>
          <cx:pt idx="4461">94.200000000000003</cx:pt>
          <cx:pt idx="4462">88.450000000000003</cx:pt>
          <cx:pt idx="4463">69.849999999999994</cx:pt>
          <cx:pt idx="4464">81.700000000000003</cx:pt>
          <cx:pt idx="4465">50.049999999999997</cx:pt>
          <cx:pt idx="4466">79.900000000000006</cx:pt>
          <cx:pt idx="4467">69.549999999999997</cx:pt>
          <cx:pt idx="4468">25.399999999999999</cx:pt>
          <cx:pt idx="4469">90.099999999999994</cx:pt>
          <cx:pt idx="4470">44.649999999999999</cx:pt>
          <cx:pt idx="4471">83.75</cx:pt>
          <cx:pt idx="4472">80.349999999999994</cx:pt>
          <cx:pt idx="4473">98.099999999999994</cx:pt>
          <cx:pt idx="4474">53.350000000000001</cx:pt>
          <cx:pt idx="4475">19.550000000000001</cx:pt>
          <cx:pt idx="4476">20.899999999999999</cx:pt>
          <cx:pt idx="4477">48.950000000000003</cx:pt>
          <cx:pt idx="4478">54.200000000000003</cx:pt>
          <cx:pt idx="4479">24.449999999999999</cx:pt>
          <cx:pt idx="4480">69.400000000000006</cx:pt>
          <cx:pt idx="4481">40.149999999999999</cx:pt>
          <cx:pt idx="4482">74.900000000000006</cx:pt>
          <cx:pt idx="4483">25.600000000000001</cx:pt>
          <cx:pt idx="4484">70.349999999999994</cx:pt>
          <cx:pt idx="4485">91.700000000000003</cx:pt>
          <cx:pt idx="4486">89.200000000000003</cx:pt>
          <cx:pt idx="4487">24.100000000000001</cx:pt>
          <cx:pt idx="4488">74.150000000000006</cx:pt>
          <cx:pt idx="4489">53.850000000000001</cx:pt>
          <cx:pt idx="4490">115.59999999999999</cx:pt>
          <cx:pt idx="4491">19.75</cx:pt>
          <cx:pt idx="4492">24.050000000000001</cx:pt>
          <cx:pt idx="4493">25.300000000000001</cx:pt>
          <cx:pt idx="4494">84.299999999999997</cx:pt>
          <cx:pt idx="4495">70.099999999999994</cx:pt>
          <cx:pt idx="4496">89.75</cx:pt>
          <cx:pt idx="4497">97.950000000000003</cx:pt>
          <cx:pt idx="4498">20</cx:pt>
          <cx:pt idx="4499">78.299999999999997</cx:pt>
          <cx:pt idx="4500">103.90000000000001</cx:pt>
          <cx:pt idx="4501">20.699999999999999</cx:pt>
          <cx:pt idx="4502">96.799999999999997</cx:pt>
          <cx:pt idx="4503">94.400000000000006</cx:pt>
          <cx:pt idx="4504">20.149999999999999</cx:pt>
          <cx:pt idx="4505">26</cx:pt>
          <cx:pt idx="4506">77.349999999999994</cx:pt>
          <cx:pt idx="4507">66.049999999999997</cx:pt>
          <cx:pt idx="4508">19.899999999999999</cx:pt>
          <cx:pt idx="4509">84.299999999999997</cx:pt>
          <cx:pt idx="4510">68.150000000000006</cx:pt>
          <cx:pt idx="4511">80.849999999999994</cx:pt>
          <cx:pt idx="4512">75.5</cx:pt>
          <cx:pt idx="4513">92.450000000000003</cx:pt>
          <cx:pt idx="4514">80.599999999999994</cx:pt>
          <cx:pt idx="4515">83.200000000000003</cx:pt>
          <cx:pt idx="4516">87.549999999999997</cx:pt>
          <cx:pt idx="4517">99.549999999999997</cx:pt>
          <cx:pt idx="4518">81.25</cx:pt>
          <cx:pt idx="4519">109.40000000000001</cx:pt>
          <cx:pt idx="4520">19.949999999999999</cx:pt>
          <cx:pt idx="4521">45.549999999999997</cx:pt>
          <cx:pt idx="4522">20.699999999999999</cx:pt>
          <cx:pt idx="4523">75.299999999999997</cx:pt>
          <cx:pt idx="4524">99.25</cx:pt>
          <cx:pt idx="4525">93.400000000000006</cx:pt>
          <cx:pt idx="4526">73.75</cx:pt>
          <cx:pt idx="4527">80.450000000000003</cx:pt>
          <cx:pt idx="4528">88.150000000000006</cx:pt>
          <cx:pt idx="4529">49.200000000000003</cx:pt>
          <cx:pt idx="4530">19.649999999999999</cx:pt>
          <cx:pt idx="4531">79.349999999999994</cx:pt>
          <cx:pt idx="4532">79.75</cx:pt>
          <cx:pt idx="4533">105.15000000000001</cx:pt>
          <cx:pt idx="4534">49</cx:pt>
          <cx:pt idx="4535">100.05</cx:pt>
          <cx:pt idx="4536">69.349999999999994</cx:pt>
          <cx:pt idx="4537">49.799999999999997</cx:pt>
          <cx:pt idx="4538">85.799999999999997</cx:pt>
          <cx:pt idx="4539">79.700000000000003</cx:pt>
          <cx:pt idx="4540">20.949999999999999</cx:pt>
          <cx:pt idx="4541">50.549999999999997</cx:pt>
          <cx:pt idx="4542">79.299999999999997</cx:pt>
          <cx:pt idx="4543">19.5</cx:pt>
          <cx:pt idx="4544">80.549999999999997</cx:pt>
          <cx:pt idx="4545">44.149999999999999</cx:pt>
          <cx:pt idx="4546">84.5</cx:pt>
          <cx:pt idx="4547">105.5</cx:pt>
          <cx:pt idx="4548">84.299999999999997</cx:pt>
          <cx:pt idx="4549">92.700000000000003</cx:pt>
          <cx:pt idx="4550">26.25</cx:pt>
          <cx:pt idx="4551">96.950000000000003</cx:pt>
          <cx:pt idx="4552">20.449999999999999</cx:pt>
          <cx:pt idx="4553">115.8</cx:pt>
          <cx:pt idx="4554">108.2</cx:pt>
          <cx:pt idx="4555">20.199999999999999</cx:pt>
          <cx:pt idx="4556">67.75</cx:pt>
          <cx:pt idx="4557">54.899999999999999</cx:pt>
          <cx:pt idx="4558">85.25</cx:pt>
          <cx:pt idx="4559">20.149999999999999</cx:pt>
          <cx:pt idx="4560">90.349999999999994</cx:pt>
          <cx:pt idx="4561">55.75</cx:pt>
          <cx:pt idx="4562">114.59999999999999</cx:pt>
          <cx:pt idx="4563">80.049999999999997</cx:pt>
          <cx:pt idx="4564">20</cx:pt>
          <cx:pt idx="4565">66.799999999999997</cx:pt>
          <cx:pt idx="4566">100.3</cx:pt>
          <cx:pt idx="4567">105.34999999999999</cx:pt>
          <cx:pt idx="4568">85.200000000000003</cx:pt>
          <cx:pt idx="4569">48.799999999999997</cx:pt>
          <cx:pt idx="4570">18.949999999999999</cx:pt>
          <cx:pt idx="4571">69.799999999999997</cx:pt>
          <cx:pt idx="4572">106.15000000000001</cx:pt>
          <cx:pt idx="4573">20.550000000000001</cx:pt>
          <cx:pt idx="4574">105.75</cx:pt>
          <cx:pt idx="4575">25.25</cx:pt>
          <cx:pt idx="4576">19.75</cx:pt>
          <cx:pt idx="4577">104.84999999999999</cx:pt>
          <cx:pt idx="4578">60.950000000000003</cx:pt>
          <cx:pt idx="4579">81.150000000000006</cx:pt>
          <cx:pt idx="4580">19.100000000000001</cx:pt>
          <cx:pt idx="4581">20.800000000000001</cx:pt>
          <cx:pt idx="4582">90.150000000000006</cx:pt>
          <cx:pt idx="4583">90.099999999999994</cx:pt>
          <cx:pt idx="4584">74.099999999999994</cx:pt>
          <cx:pt idx="4585">85.049999999999997</cx:pt>
          <cx:pt idx="4586">118.75</cx:pt>
          <cx:pt idx="4587">85.900000000000006</cx:pt>
          <cx:pt idx="4588">95</cx:pt>
          <cx:pt idx="4589">20.149999999999999</cx:pt>
          <cx:pt idx="4590">101.3</cx:pt>
          <cx:pt idx="4591">21.199999999999999</cx:pt>
          <cx:pt idx="4592">24.199999999999999</cx:pt>
          <cx:pt idx="4593">20.300000000000001</cx:pt>
          <cx:pt idx="4594">102.8</cx:pt>
          <cx:pt idx="4595">85.299999999999997</cx:pt>
          <cx:pt idx="4596">89.599999999999994</cx:pt>
          <cx:pt idx="4597">99.950000000000003</cx:pt>
          <cx:pt idx="4598">56.25</cx:pt>
          <cx:pt idx="4599">50.950000000000003</cx:pt>
          <cx:pt idx="4600">115.84999999999999</cx:pt>
          <cx:pt idx="4601">103.65000000000001</cx:pt>
          <cx:pt idx="4602">26.100000000000001</cx:pt>
          <cx:pt idx="4603">35.100000000000001</cx:pt>
          <cx:pt idx="4604">99.099999999999994</cx:pt>
          <cx:pt idx="4605">67.25</cx:pt>
          <cx:pt idx="4606">25</cx:pt>
          <cx:pt idx="4607">59.549999999999997</cx:pt>
          <cx:pt idx="4608">77.799999999999997</cx:pt>
          <cx:pt idx="4609">55.100000000000001</cx:pt>
          <cx:pt idx="4610">117.8</cx:pt>
          <cx:pt idx="4611">24.149999999999999</cx:pt>
          <cx:pt idx="4612">45.25</cx:pt>
          <cx:pt idx="4613">79.5</cx:pt>
          <cx:pt idx="4614">20.25</cx:pt>
          <cx:pt idx="4615">64.75</cx:pt>
          <cx:pt idx="4616">54.600000000000001</cx:pt>
          <cx:pt idx="4617">20.699999999999999</cx:pt>
          <cx:pt idx="4618">94.75</cx:pt>
          <cx:pt idx="4619">79.650000000000006</cx:pt>
          <cx:pt idx="4620">115.8</cx:pt>
          <cx:pt idx="4621">49.450000000000003</cx:pt>
          <cx:pt idx="4622">83.799999999999997</cx:pt>
          <cx:pt idx="4623">95.349999999999994</cx:pt>
          <cx:pt idx="4624">94.700000000000003</cx:pt>
          <cx:pt idx="4625">74.049999999999997</cx:pt>
          <cx:pt idx="4626">89.599999999999994</cx:pt>
          <cx:pt idx="4627">116.59999999999999</cx:pt>
          <cx:pt idx="4628">54.200000000000003</cx:pt>
          <cx:pt idx="4629">19.300000000000001</cx:pt>
          <cx:pt idx="4630">65.049999999999997</cx:pt>
          <cx:pt idx="4631">92.5</cx:pt>
          <cx:pt idx="4632">19.449999999999999</cx:pt>
          <cx:pt idx="4633">24.050000000000001</cx:pt>
          <cx:pt idx="4634">18.75</cx:pt>
          <cx:pt idx="4635">20.149999999999999</cx:pt>
          <cx:pt idx="4636">20</cx:pt>
          <cx:pt idx="4637">71</cx:pt>
          <cx:pt idx="4638">75.549999999999997</cx:pt>
          <cx:pt idx="4639">93.599999999999994</cx:pt>
          <cx:pt idx="4640">70</cx:pt>
          <cx:pt idx="4641">24.399999999999999</cx:pt>
          <cx:pt idx="4642">74.799999999999997</cx:pt>
          <cx:pt idx="4643">65.25</cx:pt>
          <cx:pt idx="4644">50.549999999999997</cx:pt>
          <cx:pt idx="4645">104.40000000000001</cx:pt>
          <cx:pt idx="4646">70.700000000000003</cx:pt>
          <cx:pt idx="4647">45.25</cx:pt>
          <cx:pt idx="4648">70.299999999999997</cx:pt>
          <cx:pt idx="4649">108.95</cx:pt>
          <cx:pt idx="4650">26.449999999999999</cx:pt>
          <cx:pt idx="4651">86.200000000000003</cx:pt>
          <cx:pt idx="4652">19.649999999999999</cx:pt>
          <cx:pt idx="4653">51.200000000000003</cx:pt>
          <cx:pt idx="4654">19.050000000000001</cx:pt>
          <cx:pt idx="4655">74.75</cx:pt>
          <cx:pt idx="4656">75.799999999999997</cx:pt>
          <cx:pt idx="4657">25.100000000000001</cx:pt>
          <cx:pt idx="4658">44.450000000000003</cx:pt>
          <cx:pt idx="4659">104.3</cx:pt>
          <cx:pt idx="4660">19.5</cx:pt>
          <cx:pt idx="4661">89</cx:pt>
          <cx:pt idx="4662">20.149999999999999</cx:pt>
          <cx:pt idx="4663">74.900000000000006</cx:pt>
          <cx:pt idx="4664">74.900000000000006</cx:pt>
          <cx:pt idx="4665">36.149999999999999</cx:pt>
          <cx:pt idx="4666">19.199999999999999</cx:pt>
          <cx:pt idx="4667">19.25</cx:pt>
          <cx:pt idx="4668">61.200000000000003</cx:pt>
          <cx:pt idx="4669">20.449999999999999</cx:pt>
          <cx:pt idx="4670">35.049999999999997</cx:pt>
          <cx:pt idx="4671">100.25</cx:pt>
          <cx:pt idx="4672">44</cx:pt>
          <cx:pt idx="4673">102.8</cx:pt>
          <cx:pt idx="4674">50.350000000000001</cx:pt>
          <cx:pt idx="4675">100</cx:pt>
          <cx:pt idx="4676">20</cx:pt>
          <cx:pt idx="4677">99.849999999999994</cx:pt>
          <cx:pt idx="4678">94.200000000000003</cx:pt>
          <cx:pt idx="4679">86.400000000000006</cx:pt>
          <cx:pt idx="4680">58.399999999999999</cx:pt>
          <cx:pt idx="4681">83.849999999999994</cx:pt>
          <cx:pt idx="4682">88.299999999999997</cx:pt>
          <cx:pt idx="4683">94.099999999999994</cx:pt>
          <cx:pt idx="4684">104.05</cx:pt>
          <cx:pt idx="4685">108.90000000000001</cx:pt>
          <cx:pt idx="4686">107.40000000000001</cx:pt>
          <cx:pt idx="4687">94.700000000000003</cx:pt>
          <cx:pt idx="4688">90.849999999999994</cx:pt>
          <cx:pt idx="4689">19.899999999999999</cx:pt>
          <cx:pt idx="4690">66.400000000000006</cx:pt>
          <cx:pt idx="4691">100.65000000000001</cx:pt>
          <cx:pt idx="4692">100.7</cx:pt>
          <cx:pt idx="4693">25.600000000000001</cx:pt>
          <cx:pt idx="4694">19.850000000000001</cx:pt>
          <cx:pt idx="4695">20.75</cx:pt>
          <cx:pt idx="4696">95.799999999999997</cx:pt>
          <cx:pt idx="4697">94.650000000000006</cx:pt>
          <cx:pt idx="4698">80.549999999999997</cx:pt>
          <cx:pt idx="4699">106.65000000000001</cx:pt>
          <cx:pt idx="4700">45.850000000000001</cx:pt>
          <cx:pt idx="4701">104.34999999999999</cx:pt>
          <cx:pt idx="4702">55.450000000000003</cx:pt>
          <cx:pt idx="4703">78.849999999999994</cx:pt>
          <cx:pt idx="4704">61.149999999999999</cx:pt>
          <cx:pt idx="4705">78.950000000000003</cx:pt>
          <cx:pt idx="4706">44.450000000000003</cx:pt>
          <cx:pt idx="4707">109.2</cx:pt>
          <cx:pt idx="4708">61.299999999999997</cx:pt>
          <cx:pt idx="4709">96.849999999999994</cx:pt>
          <cx:pt idx="4710">40.549999999999997</cx:pt>
          <cx:pt idx="4711">19.800000000000001</cx:pt>
          <cx:pt idx="4712">108.25</cx:pt>
          <cx:pt idx="4713">105.05</cx:pt>
          <cx:pt idx="4714">90.450000000000003</cx:pt>
          <cx:pt idx="4715">86.400000000000006</cx:pt>
          <cx:pt idx="4716">66.900000000000006</cx:pt>
          <cx:pt idx="4717">110.7</cx:pt>
          <cx:pt idx="4718">20</cx:pt>
          <cx:pt idx="4719">84.900000000000006</cx:pt>
          <cx:pt idx="4720">102.09999999999999</cx:pt>
          <cx:pt idx="4721">20.25</cx:pt>
          <cx:pt idx="4722">70.150000000000006</cx:pt>
          <cx:pt idx="4723">74.349999999999994</cx:pt>
          <cx:pt idx="4724">80.049999999999997</cx:pt>
          <cx:pt idx="4725">62.049999999999997</cx:pt>
          <cx:pt idx="4726">49.200000000000003</cx:pt>
          <cx:pt idx="4727">20.5</cx:pt>
          <cx:pt idx="4728">38.25</cx:pt>
          <cx:pt idx="4729">54.950000000000003</cx:pt>
          <cx:pt idx="4730">96.599999999999994</cx:pt>
          <cx:pt idx="4731">19.899999999999999</cx:pt>
          <cx:pt idx="4732">19.899999999999999</cx:pt>
          <cx:pt idx="4733">84.599999999999994</cx:pt>
          <cx:pt idx="4734">80</cx:pt>
          <cx:pt idx="4735">85.25</cx:pt>
          <cx:pt idx="4736">81.25</cx:pt>
          <cx:pt idx="4737">115.5</cx:pt>
          <cx:pt idx="4738">104.09999999999999</cx:pt>
          <cx:pt idx="4739">79</cx:pt>
          <cx:pt idx="4740">39.100000000000001</cx:pt>
          <cx:pt idx="4741">94.650000000000006</cx:pt>
          <cx:pt idx="4742">20.800000000000001</cx:pt>
          <cx:pt idx="4743">59.5</cx:pt>
          <cx:pt idx="4744">20.050000000000001</cx:pt>
          <cx:pt idx="4745">100.45</cx:pt>
          <cx:pt idx="4746">76.5</cx:pt>
          <cx:pt idx="4747">20.600000000000001</cx:pt>
          <cx:pt idx="4748">20.300000000000001</cx:pt>
          <cx:pt idx="4749">49.200000000000003</cx:pt>
          <cx:pt idx="4750">39.549999999999997</cx:pt>
          <cx:pt idx="4751">23.149999999999999</cx:pt>
          <cx:pt idx="4752">20.449999999999999</cx:pt>
          <cx:pt idx="4753">80.849999999999994</cx:pt>
          <cx:pt idx="4754">25.25</cx:pt>
          <cx:pt idx="4755">91.25</cx:pt>
          <cx:pt idx="4756">72.450000000000003</cx:pt>
          <cx:pt idx="4757">60.100000000000001</cx:pt>
          <cx:pt idx="4758">19.699999999999999</cx:pt>
          <cx:pt idx="4759">78.950000000000003</cx:pt>
          <cx:pt idx="4760">75.099999999999994</cx:pt>
          <cx:pt idx="4761">25</cx:pt>
          <cx:pt idx="4762">69.150000000000006</cx:pt>
          <cx:pt idx="4763">91.549999999999997</cx:pt>
          <cx:pt idx="4764">45.149999999999999</cx:pt>
          <cx:pt idx="4765">35.799999999999997</cx:pt>
          <cx:pt idx="4766">113.15000000000001</cx:pt>
          <cx:pt idx="4767">19.850000000000001</cx:pt>
          <cx:pt idx="4768">19.800000000000001</cx:pt>
          <cx:pt idx="4769">19.899999999999999</cx:pt>
          <cx:pt idx="4770">19.699999999999999</cx:pt>
          <cx:pt idx="4771">79.400000000000006</cx:pt>
          <cx:pt idx="4772">59.100000000000001</cx:pt>
          <cx:pt idx="4773">53.950000000000003</cx:pt>
          <cx:pt idx="4774">91.150000000000006</cx:pt>
          <cx:pt idx="4775">99.299999999999997</cx:pt>
          <cx:pt idx="4776">68.950000000000003</cx:pt>
          <cx:pt idx="4777">51.549999999999997</cx:pt>
          <cx:pt idx="4778">24.399999999999999</cx:pt>
          <cx:pt idx="4779">96.799999999999997</cx:pt>
          <cx:pt idx="4780">70.049999999999997</cx:pt>
          <cx:pt idx="4781">19.5</cx:pt>
          <cx:pt idx="4782">78.75</cx:pt>
          <cx:pt idx="4783">69.200000000000003</cx:pt>
          <cx:pt idx="4784">19.550000000000001</cx:pt>
          <cx:pt idx="4785">80.650000000000006</cx:pt>
          <cx:pt idx="4786">103.65000000000001</cx:pt>
          <cx:pt idx="4787">54.700000000000003</cx:pt>
          <cx:pt idx="4788">54.149999999999999</cx:pt>
          <cx:pt idx="4789">71.099999999999994</cx:pt>
          <cx:pt idx="4790">84.849999999999994</cx:pt>
          <cx:pt idx="4791">20</cx:pt>
          <cx:pt idx="4792">106.25</cx:pt>
          <cx:pt idx="4793">99.25</cx:pt>
          <cx:pt idx="4794">19.350000000000001</cx:pt>
          <cx:pt idx="4795">20.800000000000001</cx:pt>
          <cx:pt idx="4796">94.75</cx:pt>
          <cx:pt idx="4797">114.05</cx:pt>
          <cx:pt idx="4798">74.900000000000006</cx:pt>
          <cx:pt idx="4799">19.800000000000001</cx:pt>
          <cx:pt idx="4800">94</cx:pt>
          <cx:pt idx="4801">80.849999999999994</cx:pt>
          <cx:pt idx="4802">54.649999999999999</cx:pt>
          <cx:pt idx="4803">91.700000000000003</cx:pt>
          <cx:pt idx="4804">118.59999999999999</cx:pt>
          <cx:pt idx="4805">24.550000000000001</cx:pt>
          <cx:pt idx="4806">19.449999999999999</cx:pt>
          <cx:pt idx="4807">116.15000000000001</cx:pt>
          <cx:pt idx="4808">80.599999999999994</cx:pt>
          <cx:pt idx="4809">20.300000000000001</cx:pt>
          <cx:pt idx="4810">89.849999999999994</cx:pt>
          <cx:pt idx="4811">46</cx:pt>
          <cx:pt idx="4812">66.25</cx:pt>
          <cx:pt idx="4813">99.799999999999997</cx:pt>
          <cx:pt idx="4814">90</cx:pt>
          <cx:pt idx="4815">70.450000000000003</cx:pt>
          <cx:pt idx="4816">75</cx:pt>
          <cx:pt idx="4817">19.899999999999999</cx:pt>
          <cx:pt idx="4818">80.299999999999997</cx:pt>
          <cx:pt idx="4819">19.75</cx:pt>
          <cx:pt idx="4820">84.299999999999997</cx:pt>
          <cx:pt idx="4821">54.049999999999997</cx:pt>
          <cx:pt idx="4822">104.90000000000001</cx:pt>
          <cx:pt idx="4823">53.950000000000003</cx:pt>
          <cx:pt idx="4824">97.25</cx:pt>
          <cx:pt idx="4825">83.049999999999997</cx:pt>
          <cx:pt idx="4826">105.5</cx:pt>
          <cx:pt idx="4827">81</cx:pt>
          <cx:pt idx="4828">41.100000000000001</cx:pt>
          <cx:pt idx="4829">45</cx:pt>
          <cx:pt idx="4830">74.549999999999997</cx:pt>
          <cx:pt idx="4831">40.200000000000003</cx:pt>
          <cx:pt idx="4832">70.5</cx:pt>
          <cx:pt idx="4833">19.75</cx:pt>
          <cx:pt idx="4834">24.649999999999999</cx:pt>
          <cx:pt idx="4835">104.25</cx:pt>
          <cx:pt idx="4836">78.349999999999994</cx:pt>
          <cx:pt idx="4837">69.799999999999997</cx:pt>
          <cx:pt idx="4838">109.7</cx:pt>
          <cx:pt idx="4839">73.75</cx:pt>
          <cx:pt idx="4840">33.450000000000003</cx:pt>
          <cx:pt idx="4841">94.599999999999994</cx:pt>
          <cx:pt idx="4842">54.549999999999997</cx:pt>
          <cx:pt idx="4843">20.199999999999999</cx:pt>
          <cx:pt idx="4844">20.300000000000001</cx:pt>
          <cx:pt idx="4845">39.399999999999999</cx:pt>
          <cx:pt idx="4846">69.150000000000006</cx:pt>
          <cx:pt idx="4847">76.25</cx:pt>
          <cx:pt idx="4848">93.900000000000006</cx:pt>
          <cx:pt idx="4849">51.350000000000001</cx:pt>
          <cx:pt idx="4850">100.05</cx:pt>
          <cx:pt idx="4851">70.400000000000006</cx:pt>
          <cx:pt idx="4852">20.300000000000001</cx:pt>
          <cx:pt idx="4853">94.450000000000003</cx:pt>
          <cx:pt idx="4854">46.399999999999999</cx:pt>
          <cx:pt idx="4855">104.05</cx:pt>
          <cx:pt idx="4856">91.150000000000006</cx:pt>
          <cx:pt idx="4857">24.899999999999999</cx:pt>
          <cx:pt idx="4858">59.600000000000001</cx:pt>
          <cx:pt idx="4859">108.5</cx:pt>
          <cx:pt idx="4860">40.549999999999997</cx:pt>
          <cx:pt idx="4861">58.950000000000003</cx:pt>
          <cx:pt idx="4862">70.950000000000003</cx:pt>
          <cx:pt idx="4863">20.75</cx:pt>
          <cx:pt idx="4864">113.15000000000001</cx:pt>
          <cx:pt idx="4865">48.799999999999997</cx:pt>
          <cx:pt idx="4866">63.049999999999997</cx:pt>
          <cx:pt idx="4867">100.84999999999999</cx:pt>
          <cx:pt idx="4868">99.5</cx:pt>
          <cx:pt idx="4869">80.549999999999997</cx:pt>
          <cx:pt idx="4870">64.400000000000006</cx:pt>
          <cx:pt idx="4871">75.200000000000003</cx:pt>
          <cx:pt idx="4872">84.900000000000006</cx:pt>
          <cx:pt idx="4873">19.300000000000001</cx:pt>
          <cx:pt idx="4874">83.900000000000006</cx:pt>
          <cx:pt idx="4875">117.45</cx:pt>
          <cx:pt idx="4876">104.40000000000001</cx:pt>
          <cx:pt idx="4877">74.650000000000006</cx:pt>
          <cx:pt idx="4878">59.049999999999997</cx:pt>
          <cx:pt idx="4879">69.099999999999994</cx:pt>
          <cx:pt idx="4880">20.550000000000001</cx:pt>
          <cx:pt idx="4881">76.549999999999997</cx:pt>
          <cx:pt idx="4882">62.5</cx:pt>
          <cx:pt idx="4883">29.399999999999999</cx:pt>
          <cx:pt idx="4884">94.900000000000006</cx:pt>
          <cx:pt idx="4885">111.65000000000001</cx:pt>
          <cx:pt idx="4886">19.899999999999999</cx:pt>
          <cx:pt idx="4887">20.449999999999999</cx:pt>
          <cx:pt idx="4888">106.05</cx:pt>
          <cx:pt idx="4889">113.45</cx:pt>
          <cx:pt idx="4890">92.549999999999997</cx:pt>
          <cx:pt idx="4891">65.599999999999994</cx:pt>
          <cx:pt idx="4892">84.349999999999994</cx:pt>
          <cx:pt idx="4893">44.649999999999999</cx:pt>
          <cx:pt idx="4894">71.099999999999994</cx:pt>
          <cx:pt idx="4895">85.150000000000006</cx:pt>
          <cx:pt idx="4896">49.700000000000003</cx:pt>
          <cx:pt idx="4897">30.199999999999999</cx:pt>
          <cx:pt idx="4898">25.25</cx:pt>
          <cx:pt idx="4899">84.049999999999997</cx:pt>
          <cx:pt idx="4900">85.700000000000003</cx:pt>
          <cx:pt idx="4901">74.700000000000003</cx:pt>
          <cx:pt idx="4902">56.350000000000001</cx:pt>
          <cx:pt idx="4903">90.799999999999997</cx:pt>
          <cx:pt idx="4904">107.55</cx:pt>
          <cx:pt idx="4905">19.850000000000001</cx:pt>
          <cx:pt idx="4906">95.900000000000006</cx:pt>
          <cx:pt idx="4907">23.850000000000001</cx:pt>
          <cx:pt idx="4908">106.15000000000001</cx:pt>
          <cx:pt idx="4909">83.849999999999994</cx:pt>
          <cx:pt idx="4910">85.349999999999994</cx:pt>
          <cx:pt idx="4911">84.799999999999997</cx:pt>
          <cx:pt idx="4912">90.849999999999994</cx:pt>
          <cx:pt idx="4913">76.099999999999994</cx:pt>
          <cx:pt idx="4914">74.549999999999997</cx:pt>
          <cx:pt idx="4915">39.200000000000003</cx:pt>
          <cx:pt idx="4916">79.549999999999997</cx:pt>
          <cx:pt idx="4917">19.600000000000001</cx:pt>
          <cx:pt idx="4918">19.550000000000001</cx:pt>
          <cx:pt idx="4919">39.149999999999999</cx:pt>
          <cx:pt idx="4920">20.100000000000001</cx:pt>
          <cx:pt idx="4921">99.950000000000003</cx:pt>
          <cx:pt idx="4922">59.799999999999997</cx:pt>
          <cx:pt idx="4923">49.75</cx:pt>
          <cx:pt idx="4924">35.75</cx:pt>
          <cx:pt idx="4925">108.5</cx:pt>
          <cx:pt idx="4926">60.149999999999999</cx:pt>
          <cx:pt idx="4927">19.050000000000001</cx:pt>
          <cx:pt idx="4928">46</cx:pt>
          <cx:pt idx="4929">84</cx:pt>
          <cx:pt idx="4930">44.549999999999997</cx:pt>
          <cx:pt idx="4931">103.45</cx:pt>
          <cx:pt idx="4932">80.650000000000006</cx:pt>
          <cx:pt idx="4933">57.200000000000003</cx:pt>
          <cx:pt idx="4934">110.75</cx:pt>
          <cx:pt idx="4935">24.699999999999999</cx:pt>
          <cx:pt idx="4936">97.049999999999997</cx:pt>
          <cx:pt idx="4937">76.349999999999994</cx:pt>
          <cx:pt idx="4938">89.400000000000006</cx:pt>
          <cx:pt idx="4939">18.899999999999999</cx:pt>
          <cx:pt idx="4940">74.450000000000003</cx:pt>
          <cx:pt idx="4941">19.800000000000001</cx:pt>
          <cx:pt idx="4942">50.899999999999999</cx:pt>
          <cx:pt idx="4943">84.400000000000006</cx:pt>
          <cx:pt idx="4944">24.399999999999999</cx:pt>
          <cx:pt idx="4945">20.050000000000001</cx:pt>
          <cx:pt idx="4946">81</cx:pt>
          <cx:pt idx="4947">98.349999999999994</cx:pt>
          <cx:pt idx="4948">55.5</cx:pt>
          <cx:pt idx="4949">51</cx:pt>
          <cx:pt idx="4950">91.650000000000006</cx:pt>
          <cx:pt idx="4951">84.299999999999997</cx:pt>
          <cx:pt idx="4952">100.2</cx:pt>
          <cx:pt idx="4953">19.399999999999999</cx:pt>
          <cx:pt idx="4954">90.849999999999994</cx:pt>
          <cx:pt idx="4955">69.400000000000006</cx:pt>
          <cx:pt idx="4956">94.450000000000003</cx:pt>
          <cx:pt idx="4957">20.399999999999999</cx:pt>
          <cx:pt idx="4958">94.75</cx:pt>
          <cx:pt idx="4959">20.149999999999999</cx:pt>
          <cx:pt idx="4960">95.700000000000003</cx:pt>
          <cx:pt idx="4961">44.350000000000001</cx:pt>
          <cx:pt idx="4962">74.549999999999997</cx:pt>
          <cx:pt idx="4963">73.599999999999994</cx:pt>
          <cx:pt idx="4964">74.950000000000003</cx:pt>
          <cx:pt idx="4965">47.950000000000003</cx:pt>
          <cx:pt idx="4966">50.100000000000001</cx:pt>
          <cx:pt idx="4967">63.600000000000001</cx:pt>
          <cx:pt idx="4968">53</cx:pt>
          <cx:pt idx="4969">19.850000000000001</cx:pt>
          <cx:pt idx="4970">24.350000000000001</cx:pt>
          <cx:pt idx="4971">19.550000000000001</cx:pt>
          <cx:pt idx="4972">25.050000000000001</cx:pt>
          <cx:pt idx="4973">93.799999999999997</cx:pt>
          <cx:pt idx="4974">36.850000000000001</cx:pt>
          <cx:pt idx="4975">103.75</cx:pt>
          <cx:pt idx="4976">56.75</cx:pt>
          <cx:pt idx="4977">20.800000000000001</cx:pt>
          <cx:pt idx="4978">44.100000000000001</cx:pt>
          <cx:pt idx="4979">24.449999999999999</cx:pt>
          <cx:pt idx="4980">25.600000000000001</cx:pt>
          <cx:pt idx="4981">50.75</cx:pt>
          <cx:pt idx="4982">104.40000000000001</cx:pt>
          <cx:pt idx="4983">39.299999999999997</cx:pt>
          <cx:pt idx="4984">59.649999999999999</cx:pt>
          <cx:pt idx="4985">83.299999999999997</cx:pt>
          <cx:pt idx="4986">79.549999999999997</cx:pt>
          <cx:pt idx="4987">24.449999999999999</cx:pt>
          <cx:pt idx="4988">19.199999999999999</cx:pt>
          <cx:pt idx="4989">29.800000000000001</cx:pt>
          <cx:pt idx="4990">45.5</cx:pt>
          <cx:pt idx="4991">106.45</cx:pt>
          <cx:pt idx="4992">30.050000000000001</cx:pt>
          <cx:pt idx="4993">65.650000000000006</cx:pt>
          <cx:pt idx="4994">96.049999999999997</cx:pt>
          <cx:pt idx="4995">75.099999999999994</cx:pt>
          <cx:pt idx="4996">74.049999999999997</cx:pt>
          <cx:pt idx="4997">44.700000000000003</cx:pt>
          <cx:pt idx="4998">110.75</cx:pt>
          <cx:pt idx="4999">19.699999999999999</cx:pt>
          <cx:pt idx="5000">49.5</cx:pt>
          <cx:pt idx="5001">55</cx:pt>
          <cx:pt idx="5002">43.950000000000003</cx:pt>
          <cx:pt idx="5003">74.349999999999994</cx:pt>
          <cx:pt idx="5004">111.15000000000001</cx:pt>
          <cx:pt idx="5005">104.7</cx:pt>
          <cx:pt idx="5006">55.700000000000003</cx:pt>
          <cx:pt idx="5007">20.600000000000001</cx:pt>
          <cx:pt idx="5008">19.649999999999999</cx:pt>
          <cx:pt idx="5009">115.8</cx:pt>
          <cx:pt idx="5010">88.650000000000006</cx:pt>
          <cx:pt idx="5011">94.5</cx:pt>
          <cx:pt idx="5012">20.100000000000001</cx:pt>
          <cx:pt idx="5013">34.649999999999999</cx:pt>
          <cx:pt idx="5014">52.299999999999997</cx:pt>
          <cx:pt idx="5015">65</cx:pt>
          <cx:pt idx="5016">19.850000000000001</cx:pt>
          <cx:pt idx="5017">35.450000000000003</cx:pt>
          <cx:pt idx="5018">19.699999999999999</cx:pt>
          <cx:pt idx="5019">95.599999999999994</cx:pt>
          <cx:pt idx="5020">19.850000000000001</cx:pt>
          <cx:pt idx="5021">81.849999999999994</cx:pt>
          <cx:pt idx="5022">109.3</cx:pt>
          <cx:pt idx="5023">70.299999999999997</cx:pt>
          <cx:pt idx="5024">25.399999999999999</cx:pt>
          <cx:pt idx="5025">69.799999999999997</cx:pt>
          <cx:pt idx="5026">20</cx:pt>
          <cx:pt idx="5027">85.549999999999997</cx:pt>
          <cx:pt idx="5028">109.90000000000001</cx:pt>
          <cx:pt idx="5029">50.299999999999997</cx:pt>
          <cx:pt idx="5030">94.5</cx:pt>
          <cx:pt idx="5031">101.5</cx:pt>
          <cx:pt idx="5032">89.150000000000006</cx:pt>
          <cx:pt idx="5033">19.399999999999999</cx:pt>
          <cx:pt idx="5034">29.899999999999999</cx:pt>
          <cx:pt idx="5035">78.799999999999997</cx:pt>
          <cx:pt idx="5036">85.349999999999994</cx:pt>
          <cx:pt idx="5037">79.650000000000006</cx:pt>
          <cx:pt idx="5038">19.300000000000001</cx:pt>
          <cx:pt idx="5039">79.599999999999994</cx:pt>
          <cx:pt idx="5040">96.799999999999997</cx:pt>
          <cx:pt idx="5041">20.649999999999999</cx:pt>
          <cx:pt idx="5042">19.800000000000001</cx:pt>
          <cx:pt idx="5043">90.599999999999994</cx:pt>
          <cx:pt idx="5044">104.59999999999999</cx:pt>
          <cx:pt idx="5045">80.049999999999997</cx:pt>
          <cx:pt idx="5046">45.149999999999999</cx:pt>
          <cx:pt idx="5047">73.150000000000006</cx:pt>
          <cx:pt idx="5048">99.099999999999994</cx:pt>
          <cx:pt idx="5049">20.199999999999999</cx:pt>
          <cx:pt idx="5050">106.05</cx:pt>
          <cx:pt idx="5051">105.34999999999999</cx:pt>
          <cx:pt idx="5052">45.649999999999999</cx:pt>
          <cx:pt idx="5053">79.950000000000003</cx:pt>
          <cx:pt idx="5054">54.450000000000003</cx:pt>
          <cx:pt idx="5055">25.100000000000001</cx:pt>
          <cx:pt idx="5056">84.700000000000003</cx:pt>
          <cx:pt idx="5057">75.849999999999994</cx:pt>
          <cx:pt idx="5058">48.799999999999997</cx:pt>
          <cx:pt idx="5059">99.150000000000006</cx:pt>
          <cx:pt idx="5060">35.200000000000003</cx:pt>
          <cx:pt idx="5061">76.25</cx:pt>
          <cx:pt idx="5062">55.899999999999999</cx:pt>
          <cx:pt idx="5063">82.349999999999994</cx:pt>
          <cx:pt idx="5064">40.399999999999999</cx:pt>
          <cx:pt idx="5065">24.899999999999999</cx:pt>
          <cx:pt idx="5066">54.299999999999997</cx:pt>
          <cx:pt idx="5067">66.299999999999997</cx:pt>
          <cx:pt idx="5068">20.899999999999999</cx:pt>
          <cx:pt idx="5069">75.349999999999994</cx:pt>
          <cx:pt idx="5070">85.150000000000006</cx:pt>
          <cx:pt idx="5071">75.349999999999994</cx:pt>
          <cx:pt idx="5072">104.45</cx:pt>
          <cx:pt idx="5073">49.450000000000003</cx:pt>
          <cx:pt idx="5074">19.449999999999999</cx:pt>
          <cx:pt idx="5075">92.150000000000006</cx:pt>
          <cx:pt idx="5076">93.799999999999997</cx:pt>
          <cx:pt idx="5077">19.850000000000001</cx:pt>
          <cx:pt idx="5078">100.25</cx:pt>
          <cx:pt idx="5079">95.700000000000003</cx:pt>
          <cx:pt idx="5080">93.150000000000006</cx:pt>
          <cx:pt idx="5081">69.700000000000003</cx:pt>
          <cx:pt idx="5082">19.800000000000001</cx:pt>
          <cx:pt idx="5083">71.349999999999994</cx:pt>
          <cx:pt idx="5084">20.75</cx:pt>
          <cx:pt idx="5085">40.600000000000001</cx:pt>
          <cx:pt idx="5086">20.399999999999999</cx:pt>
          <cx:pt idx="5087">20.350000000000001</cx:pt>
          <cx:pt idx="5088">19.75</cx:pt>
          <cx:pt idx="5089">54.399999999999999</cx:pt>
          <cx:pt idx="5090">94.700000000000003</cx:pt>
          <cx:pt idx="5091">30.5</cx:pt>
          <cx:pt idx="5092">20.449999999999999</cx:pt>
          <cx:pt idx="5093">66.150000000000006</cx:pt>
          <cx:pt idx="5094">89.849999999999994</cx:pt>
          <cx:pt idx="5095">45.049999999999997</cx:pt>
          <cx:pt idx="5096">86.849999999999994</cx:pt>
          <cx:pt idx="5097">96.75</cx:pt>
          <cx:pt idx="5098">77</cx:pt>
          <cx:pt idx="5099">20.100000000000001</cx:pt>
          <cx:pt idx="5100">75.299999999999997</cx:pt>
          <cx:pt idx="5101">106.65000000000001</cx:pt>
          <cx:pt idx="5102">110.15000000000001</cx:pt>
          <cx:pt idx="5103">82.849999999999994</cx:pt>
          <cx:pt idx="5104">20.100000000000001</cx:pt>
          <cx:pt idx="5105">99.200000000000003</cx:pt>
          <cx:pt idx="5106">59.450000000000003</cx:pt>
          <cx:pt idx="5107">58.600000000000001</cx:pt>
          <cx:pt idx="5108">49.700000000000003</cx:pt>
          <cx:pt idx="5109">65.849999999999994</cx:pt>
          <cx:pt idx="5110">73.5</cx:pt>
          <cx:pt idx="5111">85.5</cx:pt>
          <cx:pt idx="5112">20.050000000000001</cx:pt>
          <cx:pt idx="5113">113.65000000000001</cx:pt>
          <cx:pt idx="5114">83.400000000000006</cx:pt>
          <cx:pt idx="5115">65.650000000000006</cx:pt>
          <cx:pt idx="5116">70.400000000000006</cx:pt>
          <cx:pt idx="5117">61.350000000000001</cx:pt>
          <cx:pt idx="5118">85.900000000000006</cx:pt>
          <cx:pt idx="5119">75.650000000000006</cx:pt>
          <cx:pt idx="5120">49.75</cx:pt>
          <cx:pt idx="5121">70.900000000000006</cx:pt>
          <cx:pt idx="5122">49.850000000000001</cx:pt>
          <cx:pt idx="5123">75.299999999999997</cx:pt>
          <cx:pt idx="5124">20.100000000000001</cx:pt>
          <cx:pt idx="5125">94</cx:pt>
          <cx:pt idx="5126">103.05</cx:pt>
          <cx:pt idx="5127">118.34999999999999</cx:pt>
          <cx:pt idx="5128">99.700000000000003</cx:pt>
          <cx:pt idx="5129">81.900000000000006</cx:pt>
          <cx:pt idx="5130">30.449999999999999</cx:pt>
          <cx:pt idx="5131">96.099999999999994</cx:pt>
          <cx:pt idx="5132">66.200000000000003</cx:pt>
          <cx:pt idx="5133">104.25</cx:pt>
          <cx:pt idx="5134">80.200000000000003</cx:pt>
          <cx:pt idx="5135">19.75</cx:pt>
          <cx:pt idx="5136">72.599999999999994</cx:pt>
          <cx:pt idx="5137">116.5</cx:pt>
          <cx:pt idx="5138">106.8</cx:pt>
          <cx:pt idx="5139">24.949999999999999</cx:pt>
          <cx:pt idx="5140">89.25</cx:pt>
          <cx:pt idx="5141">19.25</cx:pt>
          <cx:pt idx="5142">104.55</cx:pt>
          <cx:pt idx="5143">87.200000000000003</cx:pt>
          <cx:pt idx="5144">30.75</cx:pt>
          <cx:pt idx="5145">25.699999999999999</cx:pt>
          <cx:pt idx="5146">86.200000000000003</cx:pt>
          <cx:pt idx="5147">30.100000000000001</cx:pt>
          <cx:pt idx="5148">99.349999999999994</cx:pt>
          <cx:pt idx="5149">19.199999999999999</cx:pt>
          <cx:pt idx="5150">20.100000000000001</cx:pt>
          <cx:pt idx="5151">20.350000000000001</cx:pt>
          <cx:pt idx="5152">25.649999999999999</cx:pt>
          <cx:pt idx="5153">94.549999999999997</cx:pt>
          <cx:pt idx="5154">104.2</cx:pt>
          <cx:pt idx="5155">94.400000000000006</cx:pt>
          <cx:pt idx="5156">56.100000000000001</cx:pt>
          <cx:pt idx="5157">68.25</cx:pt>
          <cx:pt idx="5158">24.75</cx:pt>
          <cx:pt idx="5159">76.25</cx:pt>
          <cx:pt idx="5160">74.349999999999994</cx:pt>
          <cx:pt idx="5161">54.149999999999999</cx:pt>
          <cx:pt idx="5162">19.449999999999999</cx:pt>
          <cx:pt idx="5163">34.950000000000003</cx:pt>
          <cx:pt idx="5164">53.649999999999999</cx:pt>
          <cx:pt idx="5165">69.650000000000006</cx:pt>
          <cx:pt idx="5166">104</cx:pt>
          <cx:pt idx="5167">70.349999999999994</cx:pt>
          <cx:pt idx="5168">80.799999999999997</cx:pt>
          <cx:pt idx="5169">64.849999999999994</cx:pt>
          <cx:pt idx="5170">19.649999999999999</cx:pt>
          <cx:pt idx="5171">45.899999999999999</cx:pt>
          <cx:pt idx="5172">20</cx:pt>
          <cx:pt idx="5173">44.799999999999997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en-US" sz="1500" b="1">
                <a:solidFill>
                  <a:schemeClr val="bg1"/>
                </a:solidFill>
              </a:rPr>
              <a:t>Monthly Charges Distribution by Churn Status</a:t>
            </a:r>
            <a:endParaRPr lang="en-US" sz="1500" b="1" i="0" u="none" strike="noStrike" baseline="0">
              <a:solidFill>
                <a:schemeClr val="bg1"/>
              </a:solidFill>
              <a:latin typeface="Calibri" panose="020F0502020204030204"/>
            </a:endParaRPr>
          </a:p>
        </cx:rich>
      </cx:tx>
    </cx:title>
    <cx:plotArea>
      <cx:plotAreaRegion>
        <cx:series layoutId="boxWhisker" uniqueId="{00000001-7BFC-415D-8B22-AC5DA99CA565}">
          <cx:spPr>
            <a:solidFill>
              <a:srgbClr val="00B4D8"/>
            </a:solidFill>
          </cx:spPr>
          <cx:dataId val="0"/>
          <cx:layoutPr>
            <cx:statistics quartileMethod="exclusive"/>
          </cx:layoutPr>
        </cx:series>
      </cx:plotAreaRegion>
      <cx:axis id="0">
        <cx:catScaling gapWidth="1"/>
        <cx:title>
          <cx:tx>
            <cx:txData>
              <cx:v>Churn</cx:v>
            </cx:txData>
          </cx:tx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 b="1"/>
              </a:pPr>
              <a:r>
                <a:rPr lang="en-US" sz="1000" b="1" i="0" u="none" strike="noStrike" baseline="0">
                  <a:solidFill>
                    <a:schemeClr val="bg1"/>
                  </a:solidFill>
                  <a:latin typeface="Calibri" panose="020F0502020204030204"/>
                </a:rPr>
                <a:t>Churn</a:t>
              </a:r>
            </a:p>
          </cx:txPr>
        </cx:title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1050" b="1">
                <a:solidFill>
                  <a:schemeClr val="bg1"/>
                </a:solidFill>
              </a:defRPr>
            </a:pPr>
            <a:endParaRPr lang="en-US" sz="1050" b="1" i="0" u="none" strike="noStrike" baseline="0">
              <a:solidFill>
                <a:schemeClr val="bg1"/>
              </a:solidFill>
              <a:latin typeface="Calibri" panose="020F0502020204030204"/>
            </a:endParaRPr>
          </a:p>
        </cx:txPr>
      </cx:axis>
      <cx:axis id="1">
        <cx:valScaling/>
        <cx:title>
          <cx:tx>
            <cx:txData>
              <cx:v>Monthly Charges ($)</cx:v>
            </cx:txData>
          </cx:tx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 sz="1000"/>
              </a:pPr>
              <a:r>
                <a:rPr lang="en-US" sz="1000" b="1" i="0" u="none" strike="noStrike" baseline="0">
                  <a:solidFill>
                    <a:schemeClr val="bg1"/>
                  </a:solidFill>
                  <a:latin typeface="Calibri" panose="020F0502020204030204"/>
                </a:rPr>
                <a:t>Monthly Charges ($)</a:t>
              </a:r>
            </a:p>
          </cx:txPr>
        </cx:title>
        <cx:majorGridlines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900" b="1">
                <a:solidFill>
                  <a:schemeClr val="bg1"/>
                </a:solidFill>
              </a:defRPr>
            </a:pPr>
            <a:endParaRPr lang="en-US" sz="900" b="1" i="0" u="none" strike="noStrike" baseline="0">
              <a:solidFill>
                <a:schemeClr val="bg1"/>
              </a:solidFill>
              <a:latin typeface="Calibri" panose="020F0502020204030204"/>
            </a:endParaRPr>
          </a:p>
        </cx:txPr>
      </cx:axis>
    </cx:plotArea>
  </cx:chart>
  <cx:spPr>
    <a:solidFill>
      <a:srgbClr val="0F6B72"/>
    </a:solidFill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DBC5B7-EFF2-42FE-84AD-A6C878843256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DEEC6C-1FAD-41A6-A3E0-4C69B6526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894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DEEC6C-1FAD-41A6-A3E0-4C69B6526C0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055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DEEC6C-1FAD-41A6-A3E0-4C69B6526C0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90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6400C-F332-8C1E-36FC-1EEF1A1CF2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9D0D69-7DB2-3FE9-36DC-5BB875E526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5A755-1455-7A3C-4F0A-1FC75E448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C58D1-E06A-4D8F-AC54-616FDE28147B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9309B-7A32-F7A2-2EA9-159D78F65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745C9-221B-689E-B718-D238090A3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15681-399F-4DD9-A448-3C662CD2D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00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ED8A4-55DE-E79F-F7ED-3BF321CD0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76452-3390-63AB-F172-CFDAB0F5B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02E8-4575-5F9E-3E22-BA6B00D30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C58D1-E06A-4D8F-AC54-616FDE28147B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B1AB8-30B7-D719-C5D0-4E5686DBF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D0427-51B4-FC8D-7648-7EB80CAF7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15681-399F-4DD9-A448-3C662CD2D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95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F0351-3DD1-E439-3D28-DC0160257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A1787-D493-1517-2153-872C031C1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39ED0-A755-785F-A866-E155D7BB2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C58D1-E06A-4D8F-AC54-616FDE28147B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58BA5-D95F-B150-763F-2170FCA58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733B3-5012-CB3B-37FD-1D54CC561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15681-399F-4DD9-A448-3C662CD2D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479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0419E-2A3F-8B57-51F2-45D94FEAC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A57D6-9CC4-A939-9814-B0A3C3A1C8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FC243-3C3E-4C17-1656-F19A83CA4E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23FC7-09F5-D949-B321-8ACDFB6D4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C58D1-E06A-4D8F-AC54-616FDE28147B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77B20E-FA37-B1F8-856F-DFB923B26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2EF07-54B2-B700-5EC2-6A2985524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15681-399F-4DD9-A448-3C662CD2D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997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B976B-CBB3-26E6-C244-B1A142846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1F5DBA-11C6-F771-C745-8FF00C103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5F6E8-EA31-B0E7-EB19-1502CF5EF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DDAC8-8C22-5EBD-D168-9EA5F5523B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A68C81-87C0-CB57-33C5-EBB0A2876D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044242-6366-905A-1D97-CDEE1534F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C58D1-E06A-4D8F-AC54-616FDE28147B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66C46-3EF3-F2E5-777E-FDA10101B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76E6EB-BED0-D124-2FC7-F48BAD2B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15681-399F-4DD9-A448-3C662CD2D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79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9A5D0-5C8F-5A52-DC24-2D34A7D1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A3EF3E-F1BD-F1F5-2688-FA9412A4B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C58D1-E06A-4D8F-AC54-616FDE28147B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7B950A-91B5-ACE3-2A88-8E9987A0B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05E4F4-115F-9402-7E84-401231903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15681-399F-4DD9-A448-3C662CD2D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573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DF0D74-5B2A-2B89-D4E2-0E83C2E68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C58D1-E06A-4D8F-AC54-616FDE28147B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26F1D7-CC0B-65AC-13BA-78733EE0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129E1-8500-C006-9B03-DF0A0B88C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15681-399F-4DD9-A448-3C662CD2D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820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9CA88-4791-5D9E-B1A1-3189E8CE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E85D7-A44D-2B69-4554-76D17395E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313D04-6640-9286-4B89-BE2E639F5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5747C-AA1B-CE91-975C-CD4D38B69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C58D1-E06A-4D8F-AC54-616FDE28147B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C8E87D-FF31-9A82-BA75-8304B4A1F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D3E05-A01E-28E8-345C-A3BD74F26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15681-399F-4DD9-A448-3C662CD2D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849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20389-43D4-EA28-2503-5DF3C0D7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E4F1D5-75FD-374A-1E8E-975058EA06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76EBED-9F3C-A41E-FF7E-EF276B055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37845-3C89-3819-AEED-C22D24C39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C58D1-E06A-4D8F-AC54-616FDE28147B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9AD19D-7D02-3E54-6AF5-DB8060160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1DBD9-E544-9258-9FD5-8D52F2D71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15681-399F-4DD9-A448-3C662CD2D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060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67498-0990-1345-26D9-CA22EE107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1D9CB6-86C5-CE52-1D45-DE827B12E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4C48F-C354-E186-D5C2-32C8067B6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C58D1-E06A-4D8F-AC54-616FDE28147B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42FAB-BA1A-BB76-6913-33F0D8C4A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76896-9631-522B-EDB2-0109C2AA0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15681-399F-4DD9-A448-3C662CD2D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618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942F2D-1FB2-B797-3052-FC9D774486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6404FE-6EE4-D2EE-3DF3-91BB5ECA4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E5F55-1FFD-3641-9FE2-E0FC42293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C58D1-E06A-4D8F-AC54-616FDE28147B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6376D-5F69-45DE-DAE5-C71338737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2D9FA-628C-0C81-C055-638F99B2D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15681-399F-4DD9-A448-3C662CD2D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937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1B42A2-9493-C4EA-B291-9C97DD0FA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EE2C8-7132-7C8C-8B18-C6C26F54E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E8386-5381-60DD-D650-0DD552173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C58D1-E06A-4D8F-AC54-616FDE28147B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C985D-F34D-EFD3-7BAA-A212704DB4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F9C12-A379-5E08-257C-D81413934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15681-399F-4DD9-A448-3C662CD2D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419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08A59E6-93CB-BEB6-C2DD-3DF57DB525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Customer Churn Analysis: ABC Communications Ltd</a:t>
            </a:r>
            <a:br>
              <a:rPr lang="en-US" dirty="0"/>
            </a:br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D0212E8-5893-0B31-724D-2FDC8CE7FE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US" sz="3200" dirty="0"/>
              <a:t>Data Analytics Internship </a:t>
            </a:r>
            <a:r>
              <a:rPr lang="en-US" sz="3200" dirty="0" err="1"/>
              <a:t>Programme</a:t>
            </a:r>
            <a:r>
              <a:rPr lang="en-US" sz="3200" dirty="0"/>
              <a:t> — </a:t>
            </a:r>
            <a:r>
              <a:rPr lang="en-US" sz="3200" dirty="0" err="1"/>
              <a:t>AnalystLab</a:t>
            </a:r>
            <a:r>
              <a:rPr lang="en-US" sz="3200" dirty="0"/>
              <a:t> Africa</a:t>
            </a:r>
          </a:p>
          <a:p>
            <a:r>
              <a:rPr lang="en-US" sz="2600" b="1" dirty="0"/>
              <a:t>UMAHI NDIDIAMAKA MARIA-THERESA</a:t>
            </a:r>
          </a:p>
          <a:p>
            <a:r>
              <a:rPr lang="en-US" dirty="0"/>
              <a:t>08/082026</a:t>
            </a:r>
          </a:p>
        </p:txBody>
      </p:sp>
    </p:spTree>
    <p:extLst>
      <p:ext uri="{BB962C8B-B14F-4D97-AF65-F5344CB8AC3E}">
        <p14:creationId xmlns:p14="http://schemas.microsoft.com/office/powerpoint/2010/main" val="3392246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5691E6-55F0-271F-3268-0789E51E3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Business Problem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AFBE80-A115-8CDC-0E97-83E59BC0E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Customer churn costs 5-7x more than retention </a:t>
            </a:r>
          </a:p>
          <a:p>
            <a:r>
              <a:rPr lang="en-US" dirty="0"/>
              <a:t>ABC Communications engaged </a:t>
            </a:r>
            <a:r>
              <a:rPr lang="en-US" dirty="0" err="1"/>
              <a:t>AnalystLab</a:t>
            </a:r>
            <a:r>
              <a:rPr lang="en-US" dirty="0"/>
              <a:t> Africa to investigate churn drivers</a:t>
            </a:r>
          </a:p>
          <a:p>
            <a:r>
              <a:rPr lang="en-US" dirty="0"/>
              <a:t> Goal: identify at-risk segments and provide actionable retention strategies</a:t>
            </a:r>
          </a:p>
          <a:p>
            <a:r>
              <a:rPr lang="en-US" dirty="0"/>
              <a:t> Analysis based on 7,043 customer records</a:t>
            </a:r>
          </a:p>
        </p:txBody>
      </p:sp>
    </p:spTree>
    <p:extLst>
      <p:ext uri="{BB962C8B-B14F-4D97-AF65-F5344CB8AC3E}">
        <p14:creationId xmlns:p14="http://schemas.microsoft.com/office/powerpoint/2010/main" val="774815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D71601-8117-6414-AB58-C64C7E876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Base Snapshot</a:t>
            </a:r>
            <a:br>
              <a:rPr lang="en-US" dirty="0"/>
            </a:br>
            <a:endParaRPr lang="en-US" dirty="0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6B6CADD7-C64D-CF71-B087-3DA3F55638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66" y="1433476"/>
            <a:ext cx="11577234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73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3338984-3528-9260-56BA-D93AD7823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Finding: Contract Type Drives Churn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E4069AA-4978-479A-9988-8AB7F48D42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9556760"/>
              </p:ext>
            </p:extLst>
          </p:nvPr>
        </p:nvGraphicFramePr>
        <p:xfrm>
          <a:off x="838200" y="1825625"/>
          <a:ext cx="10515600" cy="32733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0B36A43-2894-5D97-96F0-53AD27641E56}"/>
              </a:ext>
            </a:extLst>
          </p:cNvPr>
          <p:cNvSpPr txBox="1"/>
          <p:nvPr/>
        </p:nvSpPr>
        <p:spPr>
          <a:xfrm>
            <a:off x="838200" y="5517397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Month-to-month customers churn 15x more than two-year contract holders (42.7% vs 2.8%).</a:t>
            </a:r>
          </a:p>
        </p:txBody>
      </p:sp>
    </p:spTree>
    <p:extLst>
      <p:ext uri="{BB962C8B-B14F-4D97-AF65-F5344CB8AC3E}">
        <p14:creationId xmlns:p14="http://schemas.microsoft.com/office/powerpoint/2010/main" val="468706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AB3208D-B475-6196-676A-36BF46AB4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Finding: The First Year is Critical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89CE03D-959E-4859-9622-AFB7652036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1175934"/>
              </p:ext>
            </p:extLst>
          </p:nvPr>
        </p:nvGraphicFramePr>
        <p:xfrm>
          <a:off x="838200" y="1825626"/>
          <a:ext cx="10515600" cy="3459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CC12071-DFE4-F203-BE5B-D744D122D13F}"/>
              </a:ext>
            </a:extLst>
          </p:cNvPr>
          <p:cNvSpPr txBox="1"/>
          <p:nvPr/>
        </p:nvSpPr>
        <p:spPr>
          <a:xfrm>
            <a:off x="838200" y="5656881"/>
            <a:ext cx="10336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Nearly half of first-year customers churn (47.4%) — loyalty builds sharply after year one.</a:t>
            </a:r>
          </a:p>
        </p:txBody>
      </p:sp>
    </p:spTree>
    <p:extLst>
      <p:ext uri="{BB962C8B-B14F-4D97-AF65-F5344CB8AC3E}">
        <p14:creationId xmlns:p14="http://schemas.microsoft.com/office/powerpoint/2010/main" val="507376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E7F20C-CCB7-F91A-A249-CC6D32BB9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Finding: Payment Method &amp; Service Patterns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1E0FCF6-37BA-4593-8FE8-E86DBE321C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614900"/>
              </p:ext>
            </p:extLst>
          </p:nvPr>
        </p:nvGraphicFramePr>
        <p:xfrm>
          <a:off x="838200" y="1825625"/>
          <a:ext cx="10515600" cy="3304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DB9A295-63D7-1E01-6F03-252F57F3DDBF}"/>
              </a:ext>
            </a:extLst>
          </p:cNvPr>
          <p:cNvSpPr txBox="1"/>
          <p:nvPr/>
        </p:nvSpPr>
        <p:spPr>
          <a:xfrm>
            <a:off x="838200" y="5579390"/>
            <a:ext cx="10646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Fiber optic customers also churn over 2x more than DSL customers.</a:t>
            </a:r>
          </a:p>
        </p:txBody>
      </p:sp>
    </p:spTree>
    <p:extLst>
      <p:ext uri="{BB962C8B-B14F-4D97-AF65-F5344CB8AC3E}">
        <p14:creationId xmlns:p14="http://schemas.microsoft.com/office/powerpoint/2010/main" val="336900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04FEE7-B415-468A-65D4-DA79D2A3E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Cross-Factor Analysis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8767501D-5E14-4234-B36D-96087A74F04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239066757"/>
                  </p:ext>
                </p:extLst>
              </p:nvPr>
            </p:nvGraphicFramePr>
            <p:xfrm>
              <a:off x="667719" y="1303929"/>
              <a:ext cx="10515600" cy="2262753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7" name="Content Placeholder 6">
                <a:extLst>
                  <a:ext uri="{FF2B5EF4-FFF2-40B4-BE49-F238E27FC236}">
                    <a16:creationId xmlns:a16="http://schemas.microsoft.com/office/drawing/2014/main" id="{8767501D-5E14-4234-B36D-96087A74F04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7719" y="1303929"/>
                <a:ext cx="10515600" cy="2262753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96810965-3C73-C0CA-B27A-AD8B7E4B3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719" y="3750590"/>
            <a:ext cx="10515600" cy="2190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2D1F92E-BA68-27EC-3229-C72C6CD7F3CB}"/>
              </a:ext>
            </a:extLst>
          </p:cNvPr>
          <p:cNvSpPr txBox="1"/>
          <p:nvPr/>
        </p:nvSpPr>
        <p:spPr>
          <a:xfrm>
            <a:off x="838200" y="6077376"/>
            <a:ext cx="103451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Tenure is the strongest driver of churn (correlation of -0.35); churned customers also show higher monthly spend.</a:t>
            </a:r>
          </a:p>
        </p:txBody>
      </p:sp>
    </p:spTree>
    <p:extLst>
      <p:ext uri="{BB962C8B-B14F-4D97-AF65-F5344CB8AC3E}">
        <p14:creationId xmlns:p14="http://schemas.microsoft.com/office/powerpoint/2010/main" val="166491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73CA9A9-8E59-01E6-4F30-4DC06605D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Risks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5CAFB8-B8DF-017B-5099-59090BB8C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55% of customers sit in the highest-risk contract category </a:t>
            </a:r>
          </a:p>
          <a:p>
            <a:r>
              <a:rPr lang="en-US" dirty="0"/>
              <a:t>Fiber optic churn threatens the premium product line</a:t>
            </a:r>
          </a:p>
          <a:p>
            <a:r>
              <a:rPr lang="en-US" dirty="0"/>
              <a:t> Electronic check payment friction may be driving cancellations unnoticed</a:t>
            </a:r>
          </a:p>
        </p:txBody>
      </p:sp>
    </p:spTree>
    <p:extLst>
      <p:ext uri="{BB962C8B-B14F-4D97-AF65-F5344CB8AC3E}">
        <p14:creationId xmlns:p14="http://schemas.microsoft.com/office/powerpoint/2010/main" val="747639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2AF337-754D-A991-86E3-72CBE3A0A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A99DAA-4B2A-90DC-CA61-574656863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Incentivize contract upgrades from month-to-month.</a:t>
            </a:r>
          </a:p>
          <a:p>
            <a:r>
              <a:rPr lang="en-US" dirty="0"/>
              <a:t>Launch a first-year retention program.</a:t>
            </a:r>
          </a:p>
          <a:p>
            <a:r>
              <a:rPr lang="en-US" dirty="0"/>
              <a:t>Investigate and fix electronic check churn pattern </a:t>
            </a:r>
          </a:p>
          <a:p>
            <a:r>
              <a:rPr lang="en-US" dirty="0"/>
              <a:t>Review the fiber optic customer experience </a:t>
            </a:r>
          </a:p>
          <a:p>
            <a:r>
              <a:rPr lang="en-US" dirty="0"/>
              <a:t>Prioritize retention spend using CLTV</a:t>
            </a:r>
          </a:p>
        </p:txBody>
      </p:sp>
    </p:spTree>
    <p:extLst>
      <p:ext uri="{BB962C8B-B14F-4D97-AF65-F5344CB8AC3E}">
        <p14:creationId xmlns:p14="http://schemas.microsoft.com/office/powerpoint/2010/main" val="3142121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AA2EF2F-28C9-2765-3512-8C679C4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187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728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248</Words>
  <Application>Microsoft Office PowerPoint</Application>
  <PresentationFormat>Widescreen</PresentationFormat>
  <Paragraphs>37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Customer Churn Analysis: ABC Communications Ltd </vt:lpstr>
      <vt:lpstr>The Business Problem </vt:lpstr>
      <vt:lpstr>Customer Base Snapshot </vt:lpstr>
      <vt:lpstr>Key Finding: Contract Type Drives Churn </vt:lpstr>
      <vt:lpstr>Key Finding: The First Year is Critical </vt:lpstr>
      <vt:lpstr>Key Finding: Payment Method &amp; Service Patterns </vt:lpstr>
      <vt:lpstr>Cross-Factor Analysis </vt:lpstr>
      <vt:lpstr>Business Risks </vt:lpstr>
      <vt:lpstr>Recommendations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NDIDIAMAKA</dc:creator>
  <cp:lastModifiedBy>NDIDIAMAKA</cp:lastModifiedBy>
  <cp:revision>2</cp:revision>
  <dcterms:created xsi:type="dcterms:W3CDTF">2026-08-08T20:32:26Z</dcterms:created>
  <dcterms:modified xsi:type="dcterms:W3CDTF">2026-08-08T21:34:02Z</dcterms:modified>
</cp:coreProperties>
</file>